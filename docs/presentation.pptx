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15203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203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203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15203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4100" y="1282700"/>
            <a:ext cx="13119735" cy="734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15203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857249"/>
            <a:ext cx="133349" cy="133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0799" y="787400"/>
            <a:ext cx="577786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1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5" b="1">
                <a:solidFill>
                  <a:srgbClr val="646B7D"/>
                </a:solidFill>
                <a:latin typeface="Tahoma"/>
                <a:cs typeface="Tahoma"/>
              </a:rPr>
              <a:t>V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RU</a:t>
            </a:r>
            <a:r>
              <a:rPr dirty="0" sz="1400" spc="-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K</a:t>
            </a:r>
            <a:r>
              <a:rPr dirty="0" sz="1400" spc="34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400" spc="3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35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10" b="1">
                <a:solidFill>
                  <a:srgbClr val="646B7D"/>
                </a:solidFill>
                <a:latin typeface="Tahoma"/>
                <a:cs typeface="Tahoma"/>
              </a:rPr>
              <a:t>AG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20" b="1">
                <a:solidFill>
                  <a:srgbClr val="646B7D"/>
                </a:solidFill>
                <a:latin typeface="Tahoma"/>
                <a:cs typeface="Tahoma"/>
              </a:rPr>
              <a:t>NT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3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40" b="1">
                <a:solidFill>
                  <a:srgbClr val="646B7D"/>
                </a:solidFill>
                <a:latin typeface="Tahoma"/>
                <a:cs typeface="Tahoma"/>
              </a:rPr>
              <a:t>SY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40" b="1">
                <a:solidFill>
                  <a:srgbClr val="646B7D"/>
                </a:solidFill>
                <a:latin typeface="Tahoma"/>
                <a:cs typeface="Tahoma"/>
              </a:rPr>
              <a:t>ST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40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90" b="1">
                <a:solidFill>
                  <a:srgbClr val="646B7D"/>
                </a:solidFill>
                <a:latin typeface="Tahoma"/>
                <a:cs typeface="Tahoma"/>
              </a:rPr>
              <a:t>NG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40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2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0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2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75075" y="787400"/>
            <a:ext cx="7626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01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/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6799" y="1362075"/>
            <a:ext cx="3476625" cy="409575"/>
            <a:chOff x="1066799" y="1362075"/>
            <a:chExt cx="3476625" cy="409575"/>
          </a:xfrm>
        </p:grpSpPr>
        <p:sp>
          <p:nvSpPr>
            <p:cNvPr id="6" name="object 6"/>
            <p:cNvSpPr/>
            <p:nvPr/>
          </p:nvSpPr>
          <p:spPr>
            <a:xfrm>
              <a:off x="1066799" y="1362075"/>
              <a:ext cx="3476625" cy="409575"/>
            </a:xfrm>
            <a:custGeom>
              <a:avLst/>
              <a:gdLst/>
              <a:ahLst/>
              <a:cxnLst/>
              <a:rect l="l" t="t" r="r" b="b"/>
              <a:pathLst>
                <a:path w="3476625" h="409575">
                  <a:moveTo>
                    <a:pt x="3278544" y="409574"/>
                  </a:moveTo>
                  <a:lnTo>
                    <a:pt x="198080" y="409574"/>
                  </a:lnTo>
                  <a:lnTo>
                    <a:pt x="191389" y="409246"/>
                  </a:lnTo>
                  <a:lnTo>
                    <a:pt x="151759" y="402703"/>
                  </a:lnTo>
                  <a:lnTo>
                    <a:pt x="114166" y="388555"/>
                  </a:lnTo>
                  <a:lnTo>
                    <a:pt x="80056" y="367344"/>
                  </a:lnTo>
                  <a:lnTo>
                    <a:pt x="50739" y="339887"/>
                  </a:lnTo>
                  <a:lnTo>
                    <a:pt x="27342" y="307238"/>
                  </a:lnTo>
                  <a:lnTo>
                    <a:pt x="10765" y="270652"/>
                  </a:lnTo>
                  <a:lnTo>
                    <a:pt x="1643" y="231534"/>
                  </a:lnTo>
                  <a:lnTo>
                    <a:pt x="0" y="211494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1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278544" y="0"/>
                  </a:lnTo>
                  <a:lnTo>
                    <a:pt x="3318367" y="5243"/>
                  </a:lnTo>
                  <a:lnTo>
                    <a:pt x="3356402" y="18154"/>
                  </a:lnTo>
                  <a:lnTo>
                    <a:pt x="3391187" y="38238"/>
                  </a:lnTo>
                  <a:lnTo>
                    <a:pt x="3421386" y="64723"/>
                  </a:lnTo>
                  <a:lnTo>
                    <a:pt x="3445838" y="96590"/>
                  </a:lnTo>
                  <a:lnTo>
                    <a:pt x="3463602" y="132615"/>
                  </a:lnTo>
                  <a:lnTo>
                    <a:pt x="3473998" y="171413"/>
                  </a:lnTo>
                  <a:lnTo>
                    <a:pt x="3476625" y="198080"/>
                  </a:lnTo>
                  <a:lnTo>
                    <a:pt x="3476625" y="211494"/>
                  </a:lnTo>
                  <a:lnTo>
                    <a:pt x="3471381" y="251317"/>
                  </a:lnTo>
                  <a:lnTo>
                    <a:pt x="3458469" y="289352"/>
                  </a:lnTo>
                  <a:lnTo>
                    <a:pt x="3438385" y="324137"/>
                  </a:lnTo>
                  <a:lnTo>
                    <a:pt x="3411901" y="354336"/>
                  </a:lnTo>
                  <a:lnTo>
                    <a:pt x="3380034" y="378787"/>
                  </a:lnTo>
                  <a:lnTo>
                    <a:pt x="3344009" y="396552"/>
                  </a:lnTo>
                  <a:lnTo>
                    <a:pt x="3305211" y="406948"/>
                  </a:lnTo>
                  <a:lnTo>
                    <a:pt x="3285235" y="409246"/>
                  </a:lnTo>
                  <a:lnTo>
                    <a:pt x="3278544" y="409574"/>
                  </a:lnTo>
                  <a:close/>
                </a:path>
              </a:pathLst>
            </a:custGeom>
            <a:solidFill>
              <a:srgbClr val="1520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6349" y="1523999"/>
              <a:ext cx="95249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54149" y="1435100"/>
            <a:ext cx="2886710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FFFFFF"/>
                </a:solidFill>
                <a:latin typeface="Tahoma"/>
                <a:cs typeface="Tahoma"/>
              </a:rPr>
              <a:t>Self-</a:t>
            </a:r>
            <a:r>
              <a:rPr dirty="0" sz="1400" spc="-10" b="1">
                <a:solidFill>
                  <a:srgbClr val="FFFFFF"/>
                </a:solidFill>
                <a:latin typeface="Tahoma"/>
                <a:cs typeface="Tahoma"/>
              </a:rPr>
              <a:t>Improving</a:t>
            </a:r>
            <a:r>
              <a:rPr dirty="0" sz="140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r>
              <a:rPr dirty="0" sz="1400" spc="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100" y="1930400"/>
            <a:ext cx="8067040" cy="393446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 marR="111125">
              <a:lnSpc>
                <a:spcPct val="86800"/>
              </a:lnSpc>
              <a:spcBef>
                <a:spcPts val="1095"/>
              </a:spcBef>
            </a:pPr>
            <a:r>
              <a:rPr dirty="0" sz="6300" spc="490" b="1">
                <a:solidFill>
                  <a:srgbClr val="15203A"/>
                </a:solidFill>
                <a:latin typeface="Cambria"/>
                <a:cs typeface="Cambria"/>
              </a:rPr>
              <a:t>A</a:t>
            </a:r>
            <a:r>
              <a:rPr dirty="0" sz="6300" spc="-22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6300" b="1">
                <a:solidFill>
                  <a:srgbClr val="15203A"/>
                </a:solidFill>
                <a:latin typeface="Cambria"/>
                <a:cs typeface="Cambria"/>
              </a:rPr>
              <a:t>research</a:t>
            </a:r>
            <a:r>
              <a:rPr dirty="0" sz="6300" spc="-22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6300" spc="80" b="1">
                <a:solidFill>
                  <a:srgbClr val="15203A"/>
                </a:solidFill>
                <a:latin typeface="Cambria"/>
                <a:cs typeface="Cambria"/>
              </a:rPr>
              <a:t>agent</a:t>
            </a:r>
            <a:r>
              <a:rPr dirty="0" sz="6300" spc="-21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6300" spc="55" b="1">
                <a:solidFill>
                  <a:srgbClr val="15203A"/>
                </a:solidFill>
                <a:latin typeface="Cambria"/>
                <a:cs typeface="Cambria"/>
              </a:rPr>
              <a:t>that </a:t>
            </a:r>
            <a:r>
              <a:rPr dirty="0" sz="6300" b="1" i="1">
                <a:solidFill>
                  <a:srgbClr val="0C7967"/>
                </a:solidFill>
                <a:latin typeface="Cambria"/>
                <a:cs typeface="Cambria"/>
              </a:rPr>
              <a:t>lcavns</a:t>
            </a:r>
            <a:r>
              <a:rPr dirty="0" sz="6300" spc="-170" b="1" i="1">
                <a:solidFill>
                  <a:srgbClr val="0C7967"/>
                </a:solidFill>
                <a:latin typeface="Cambria"/>
                <a:cs typeface="Cambria"/>
              </a:rPr>
              <a:t> </a:t>
            </a:r>
            <a:r>
              <a:rPr dirty="0" sz="6300" spc="155" b="1">
                <a:solidFill>
                  <a:srgbClr val="15203A"/>
                </a:solidFill>
                <a:latin typeface="Cambria"/>
                <a:cs typeface="Cambria"/>
              </a:rPr>
              <a:t>from</a:t>
            </a:r>
            <a:r>
              <a:rPr dirty="0" sz="6300" spc="-13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6300" b="1">
                <a:solidFill>
                  <a:srgbClr val="15203A"/>
                </a:solidFill>
                <a:latin typeface="Cambria"/>
                <a:cs typeface="Cambria"/>
              </a:rPr>
              <a:t>its</a:t>
            </a:r>
            <a:r>
              <a:rPr dirty="0" sz="6300" spc="-16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6300" spc="50" b="1">
                <a:solidFill>
                  <a:srgbClr val="15203A"/>
                </a:solidFill>
                <a:latin typeface="Cambria"/>
                <a:cs typeface="Cambria"/>
              </a:rPr>
              <a:t>own </a:t>
            </a:r>
            <a:r>
              <a:rPr dirty="0" sz="6300" spc="45" b="1">
                <a:solidFill>
                  <a:srgbClr val="15203A"/>
                </a:solidFill>
                <a:latin typeface="Cambria"/>
                <a:cs typeface="Cambria"/>
              </a:rPr>
              <a:t>mistakes.</a:t>
            </a:r>
            <a:endParaRPr sz="6300">
              <a:latin typeface="Cambria"/>
              <a:cs typeface="Cambria"/>
            </a:endParaRPr>
          </a:p>
          <a:p>
            <a:pPr marL="12700" marR="5080">
              <a:lnSpc>
                <a:spcPct val="121900"/>
              </a:lnSpc>
              <a:spcBef>
                <a:spcPts val="1315"/>
              </a:spcBef>
            </a:pPr>
            <a:r>
              <a:rPr dirty="0" sz="2000" spc="160">
                <a:solidFill>
                  <a:srgbClr val="2A3653"/>
                </a:solidFill>
                <a:latin typeface="Tahoma"/>
                <a:cs typeface="Tahoma"/>
              </a:rPr>
              <a:t>Ask</a:t>
            </a:r>
            <a:r>
              <a:rPr dirty="0" sz="200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200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A3653"/>
                </a:solidFill>
                <a:latin typeface="Tahoma"/>
                <a:cs typeface="Tahoma"/>
              </a:rPr>
              <a:t>question.</a:t>
            </a:r>
            <a:r>
              <a:rPr dirty="0" sz="20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-105">
                <a:solidFill>
                  <a:srgbClr val="2A3653"/>
                </a:solidFill>
                <a:latin typeface="Tahoma"/>
                <a:cs typeface="Tahoma"/>
              </a:rPr>
              <a:t>It</a:t>
            </a:r>
            <a:r>
              <a:rPr dirty="0" sz="200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A3653"/>
                </a:solidFill>
                <a:latin typeface="Tahoma"/>
                <a:cs typeface="Tahoma"/>
              </a:rPr>
              <a:t>plans,</a:t>
            </a:r>
            <a:r>
              <a:rPr dirty="0" sz="20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A3653"/>
                </a:solidFill>
                <a:latin typeface="Tahoma"/>
                <a:cs typeface="Tahoma"/>
              </a:rPr>
              <a:t>researches</a:t>
            </a:r>
            <a:r>
              <a:rPr dirty="0" sz="200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A3653"/>
                </a:solidFill>
                <a:latin typeface="Tahoma"/>
                <a:cs typeface="Tahoma"/>
              </a:rPr>
              <a:t>with</a:t>
            </a:r>
            <a:r>
              <a:rPr dirty="0" sz="2000" spc="-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A3653"/>
                </a:solidFill>
                <a:latin typeface="Tahoma"/>
                <a:cs typeface="Tahoma"/>
              </a:rPr>
              <a:t>real</a:t>
            </a:r>
            <a:r>
              <a:rPr dirty="0" sz="20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A3653"/>
                </a:solidFill>
                <a:latin typeface="Tahoma"/>
                <a:cs typeface="Tahoma"/>
              </a:rPr>
              <a:t>tools,</a:t>
            </a:r>
            <a:r>
              <a:rPr dirty="0" sz="20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90">
                <a:solidFill>
                  <a:srgbClr val="2A3653"/>
                </a:solidFill>
                <a:latin typeface="Tahoma"/>
                <a:cs typeface="Tahoma"/>
              </a:rPr>
              <a:t>writes</a:t>
            </a:r>
            <a:r>
              <a:rPr dirty="0" sz="200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200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90">
                <a:solidFill>
                  <a:srgbClr val="2A3653"/>
                </a:solidFill>
                <a:latin typeface="Tahoma"/>
                <a:cs typeface="Tahoma"/>
              </a:rPr>
              <a:t>cited </a:t>
            </a:r>
            <a:r>
              <a:rPr dirty="0" sz="2000" spc="60">
                <a:solidFill>
                  <a:srgbClr val="2A3653"/>
                </a:solidFill>
                <a:latin typeface="Tahoma"/>
                <a:cs typeface="Tahoma"/>
              </a:rPr>
              <a:t>report,</a:t>
            </a:r>
            <a:r>
              <a:rPr dirty="0" sz="20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50">
                <a:solidFill>
                  <a:srgbClr val="2A3653"/>
                </a:solidFill>
                <a:latin typeface="Tahoma"/>
                <a:cs typeface="Tahoma"/>
              </a:rPr>
              <a:t>checks</a:t>
            </a:r>
            <a:r>
              <a:rPr dirty="0" sz="200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75">
                <a:solidFill>
                  <a:srgbClr val="2A3653"/>
                </a:solidFill>
                <a:latin typeface="Tahoma"/>
                <a:cs typeface="Tahoma"/>
              </a:rPr>
              <a:t>every</a:t>
            </a:r>
            <a:r>
              <a:rPr dirty="0" sz="200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A3653"/>
                </a:solidFill>
                <a:latin typeface="Tahoma"/>
                <a:cs typeface="Tahoma"/>
              </a:rPr>
              <a:t>number,</a:t>
            </a:r>
            <a:r>
              <a:rPr dirty="0" sz="20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A3653"/>
                </a:solidFill>
                <a:latin typeface="Tahoma"/>
                <a:cs typeface="Tahoma"/>
              </a:rPr>
              <a:t>gets</a:t>
            </a:r>
            <a:r>
              <a:rPr dirty="0" sz="200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00">
                <a:solidFill>
                  <a:srgbClr val="2A3653"/>
                </a:solidFill>
                <a:latin typeface="Tahoma"/>
                <a:cs typeface="Tahoma"/>
              </a:rPr>
              <a:t>reviewed</a:t>
            </a:r>
            <a:r>
              <a:rPr dirty="0" sz="2000" spc="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A3653"/>
                </a:solidFill>
                <a:latin typeface="Tahoma"/>
                <a:cs typeface="Tahoma"/>
              </a:rPr>
              <a:t>by</a:t>
            </a:r>
            <a:r>
              <a:rPr dirty="0" sz="200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20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A3653"/>
                </a:solidFill>
                <a:latin typeface="Tahoma"/>
                <a:cs typeface="Tahoma"/>
              </a:rPr>
              <a:t>critic,</a:t>
            </a:r>
            <a:r>
              <a:rPr dirty="0" sz="20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90">
                <a:solidFill>
                  <a:srgbClr val="2A3653"/>
                </a:solidFill>
                <a:latin typeface="Tahoma"/>
                <a:cs typeface="Tahoma"/>
              </a:rPr>
              <a:t>and</a:t>
            </a:r>
            <a:r>
              <a:rPr dirty="0" sz="20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105">
                <a:solidFill>
                  <a:srgbClr val="2A3653"/>
                </a:solidFill>
                <a:latin typeface="Tahoma"/>
                <a:cs typeface="Tahoma"/>
              </a:rPr>
              <a:t>saves </a:t>
            </a:r>
            <a:r>
              <a:rPr dirty="0" sz="2000" spc="120">
                <a:solidFill>
                  <a:srgbClr val="2A3653"/>
                </a:solidFill>
                <a:latin typeface="Tahoma"/>
                <a:cs typeface="Tahoma"/>
              </a:rPr>
              <a:t>lessons</a:t>
            </a:r>
            <a:r>
              <a:rPr dirty="0" sz="200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A3653"/>
                </a:solidFill>
                <a:latin typeface="Tahoma"/>
                <a:cs typeface="Tahoma"/>
              </a:rPr>
              <a:t>for</a:t>
            </a:r>
            <a:r>
              <a:rPr dirty="0" sz="20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A3653"/>
                </a:solidFill>
                <a:latin typeface="Tahoma"/>
                <a:cs typeface="Tahoma"/>
              </a:rPr>
              <a:t>the</a:t>
            </a:r>
            <a:r>
              <a:rPr dirty="0" sz="20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A3653"/>
                </a:solidFill>
                <a:latin typeface="Tahoma"/>
                <a:cs typeface="Tahoma"/>
              </a:rPr>
              <a:t>next</a:t>
            </a:r>
            <a:r>
              <a:rPr dirty="0" sz="20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2A3653"/>
                </a:solidFill>
                <a:latin typeface="Tahoma"/>
                <a:cs typeface="Tahoma"/>
              </a:rPr>
              <a:t>run.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890759" y="1127760"/>
            <a:ext cx="7848600" cy="4733925"/>
            <a:chOff x="9890759" y="1127760"/>
            <a:chExt cx="7848600" cy="4733925"/>
          </a:xfrm>
        </p:grpSpPr>
        <p:sp>
          <p:nvSpPr>
            <p:cNvPr id="36" name="object 36"/>
            <p:cNvSpPr/>
            <p:nvPr/>
          </p:nvSpPr>
          <p:spPr>
            <a:xfrm>
              <a:off x="9890759" y="1127760"/>
              <a:ext cx="7848600" cy="4733925"/>
            </a:xfrm>
            <a:custGeom>
              <a:avLst/>
              <a:gdLst/>
              <a:ahLst/>
              <a:cxnLst/>
              <a:rect l="l" t="t" r="r" b="b"/>
              <a:pathLst>
                <a:path w="7848600" h="4733925">
                  <a:moveTo>
                    <a:pt x="7848599" y="4733543"/>
                  </a:moveTo>
                  <a:lnTo>
                    <a:pt x="0" y="4733543"/>
                  </a:lnTo>
                  <a:lnTo>
                    <a:pt x="0" y="0"/>
                  </a:lnTo>
                  <a:lnTo>
                    <a:pt x="7848599" y="0"/>
                  </a:lnTo>
                  <a:lnTo>
                    <a:pt x="7848599" y="243839"/>
                  </a:lnTo>
                  <a:lnTo>
                    <a:pt x="748664" y="243839"/>
                  </a:lnTo>
                  <a:lnTo>
                    <a:pt x="737902" y="244103"/>
                  </a:lnTo>
                  <a:lnTo>
                    <a:pt x="695420" y="250407"/>
                  </a:lnTo>
                  <a:lnTo>
                    <a:pt x="654985" y="264877"/>
                  </a:lnTo>
                  <a:lnTo>
                    <a:pt x="618149" y="286958"/>
                  </a:lnTo>
                  <a:lnTo>
                    <a:pt x="586330" y="315801"/>
                  </a:lnTo>
                  <a:lnTo>
                    <a:pt x="560748" y="350298"/>
                  </a:lnTo>
                  <a:lnTo>
                    <a:pt x="542389" y="389122"/>
                  </a:lnTo>
                  <a:lnTo>
                    <a:pt x="531957" y="430782"/>
                  </a:lnTo>
                  <a:lnTo>
                    <a:pt x="529589" y="462914"/>
                  </a:lnTo>
                  <a:lnTo>
                    <a:pt x="529589" y="3701414"/>
                  </a:lnTo>
                  <a:lnTo>
                    <a:pt x="533798" y="3744153"/>
                  </a:lnTo>
                  <a:lnTo>
                    <a:pt x="546264" y="3785250"/>
                  </a:lnTo>
                  <a:lnTo>
                    <a:pt x="566509" y="3823125"/>
                  </a:lnTo>
                  <a:lnTo>
                    <a:pt x="593754" y="3856323"/>
                  </a:lnTo>
                  <a:lnTo>
                    <a:pt x="626952" y="3883568"/>
                  </a:lnTo>
                  <a:lnTo>
                    <a:pt x="664827" y="3903812"/>
                  </a:lnTo>
                  <a:lnTo>
                    <a:pt x="705924" y="3916279"/>
                  </a:lnTo>
                  <a:lnTo>
                    <a:pt x="748664" y="3920489"/>
                  </a:lnTo>
                  <a:lnTo>
                    <a:pt x="7848599" y="3920489"/>
                  </a:lnTo>
                  <a:lnTo>
                    <a:pt x="7848599" y="4733543"/>
                  </a:lnTo>
                  <a:close/>
                </a:path>
                <a:path w="7848600" h="4733925">
                  <a:moveTo>
                    <a:pt x="7848599" y="3920489"/>
                  </a:moveTo>
                  <a:lnTo>
                    <a:pt x="7101839" y="3920489"/>
                  </a:lnTo>
                  <a:lnTo>
                    <a:pt x="7112601" y="3920226"/>
                  </a:lnTo>
                  <a:lnTo>
                    <a:pt x="7123311" y="3919437"/>
                  </a:lnTo>
                  <a:lnTo>
                    <a:pt x="7165431" y="3911058"/>
                  </a:lnTo>
                  <a:lnTo>
                    <a:pt x="7205108" y="3894623"/>
                  </a:lnTo>
                  <a:lnTo>
                    <a:pt x="7240818" y="3870763"/>
                  </a:lnTo>
                  <a:lnTo>
                    <a:pt x="7271186" y="3840395"/>
                  </a:lnTo>
                  <a:lnTo>
                    <a:pt x="7295047" y="3804686"/>
                  </a:lnTo>
                  <a:lnTo>
                    <a:pt x="7311482" y="3765009"/>
                  </a:lnTo>
                  <a:lnTo>
                    <a:pt x="7319860" y="3722887"/>
                  </a:lnTo>
                  <a:lnTo>
                    <a:pt x="7320914" y="3701414"/>
                  </a:lnTo>
                  <a:lnTo>
                    <a:pt x="7320914" y="462914"/>
                  </a:lnTo>
                  <a:lnTo>
                    <a:pt x="7316703" y="420175"/>
                  </a:lnTo>
                  <a:lnTo>
                    <a:pt x="7304237" y="379078"/>
                  </a:lnTo>
                  <a:lnTo>
                    <a:pt x="7283991" y="341203"/>
                  </a:lnTo>
                  <a:lnTo>
                    <a:pt x="7256747" y="308005"/>
                  </a:lnTo>
                  <a:lnTo>
                    <a:pt x="7223547" y="280760"/>
                  </a:lnTo>
                  <a:lnTo>
                    <a:pt x="7185673" y="260515"/>
                  </a:lnTo>
                  <a:lnTo>
                    <a:pt x="7144577" y="248049"/>
                  </a:lnTo>
                  <a:lnTo>
                    <a:pt x="7101839" y="243839"/>
                  </a:lnTo>
                  <a:lnTo>
                    <a:pt x="7848599" y="243839"/>
                  </a:lnTo>
                  <a:lnTo>
                    <a:pt x="7848599" y="3920489"/>
                  </a:lnTo>
                  <a:close/>
                </a:path>
              </a:pathLst>
            </a:custGeom>
            <a:solidFill>
              <a:srgbClr val="15203A">
                <a:alpha val="5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0410824" y="1362075"/>
              <a:ext cx="6810375" cy="3695700"/>
            </a:xfrm>
            <a:custGeom>
              <a:avLst/>
              <a:gdLst/>
              <a:ahLst/>
              <a:cxnLst/>
              <a:rect l="l" t="t" r="r" b="b"/>
              <a:pathLst>
                <a:path w="6810375" h="3695700">
                  <a:moveTo>
                    <a:pt x="6589263" y="3695699"/>
                  </a:moveTo>
                  <a:lnTo>
                    <a:pt x="221113" y="3695699"/>
                  </a:lnTo>
                  <a:lnTo>
                    <a:pt x="213645" y="3695332"/>
                  </a:lnTo>
                  <a:lnTo>
                    <a:pt x="169404" y="3688029"/>
                  </a:lnTo>
                  <a:lnTo>
                    <a:pt x="127439" y="3672235"/>
                  </a:lnTo>
                  <a:lnTo>
                    <a:pt x="89364" y="3648558"/>
                  </a:lnTo>
                  <a:lnTo>
                    <a:pt x="56638" y="3617908"/>
                  </a:lnTo>
                  <a:lnTo>
                    <a:pt x="30520" y="3581463"/>
                  </a:lnTo>
                  <a:lnTo>
                    <a:pt x="12015" y="3540622"/>
                  </a:lnTo>
                  <a:lnTo>
                    <a:pt x="1833" y="3496957"/>
                  </a:lnTo>
                  <a:lnTo>
                    <a:pt x="0" y="3474586"/>
                  </a:lnTo>
                  <a:lnTo>
                    <a:pt x="0" y="3467099"/>
                  </a:lnTo>
                  <a:lnTo>
                    <a:pt x="0" y="221112"/>
                  </a:lnTo>
                  <a:lnTo>
                    <a:pt x="5853" y="176659"/>
                  </a:lnTo>
                  <a:lnTo>
                    <a:pt x="20265" y="134201"/>
                  </a:lnTo>
                  <a:lnTo>
                    <a:pt x="42683" y="95371"/>
                  </a:lnTo>
                  <a:lnTo>
                    <a:pt x="72247" y="61661"/>
                  </a:lnTo>
                  <a:lnTo>
                    <a:pt x="107820" y="34366"/>
                  </a:lnTo>
                  <a:lnTo>
                    <a:pt x="148034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6589263" y="0"/>
                  </a:lnTo>
                  <a:lnTo>
                    <a:pt x="6633716" y="5852"/>
                  </a:lnTo>
                  <a:lnTo>
                    <a:pt x="6676172" y="20266"/>
                  </a:lnTo>
                  <a:lnTo>
                    <a:pt x="6715003" y="42685"/>
                  </a:lnTo>
                  <a:lnTo>
                    <a:pt x="6748714" y="72249"/>
                  </a:lnTo>
                  <a:lnTo>
                    <a:pt x="6776008" y="107821"/>
                  </a:lnTo>
                  <a:lnTo>
                    <a:pt x="6795838" y="148035"/>
                  </a:lnTo>
                  <a:lnTo>
                    <a:pt x="6807441" y="191345"/>
                  </a:lnTo>
                  <a:lnTo>
                    <a:pt x="6810375" y="221112"/>
                  </a:lnTo>
                  <a:lnTo>
                    <a:pt x="6810375" y="3474586"/>
                  </a:lnTo>
                  <a:lnTo>
                    <a:pt x="6804520" y="3519039"/>
                  </a:lnTo>
                  <a:lnTo>
                    <a:pt x="6790108" y="3561497"/>
                  </a:lnTo>
                  <a:lnTo>
                    <a:pt x="6767689" y="3600328"/>
                  </a:lnTo>
                  <a:lnTo>
                    <a:pt x="6738125" y="3634037"/>
                  </a:lnTo>
                  <a:lnTo>
                    <a:pt x="6702552" y="3661332"/>
                  </a:lnTo>
                  <a:lnTo>
                    <a:pt x="6662337" y="3681163"/>
                  </a:lnTo>
                  <a:lnTo>
                    <a:pt x="6619030" y="3692767"/>
                  </a:lnTo>
                  <a:lnTo>
                    <a:pt x="6596732" y="3695332"/>
                  </a:lnTo>
                  <a:lnTo>
                    <a:pt x="6589263" y="3695699"/>
                  </a:lnTo>
                  <a:close/>
                </a:path>
              </a:pathLst>
            </a:custGeom>
            <a:solidFill>
              <a:srgbClr val="1520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53724" y="1685924"/>
              <a:ext cx="123824" cy="1238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63274" y="1685924"/>
              <a:ext cx="123824" cy="1238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72823" y="1685924"/>
              <a:ext cx="123826" cy="1238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80801" y="2076449"/>
              <a:ext cx="92075" cy="10477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925422" y="2324099"/>
              <a:ext cx="685800" cy="266700"/>
            </a:xfrm>
            <a:custGeom>
              <a:avLst/>
              <a:gdLst/>
              <a:ahLst/>
              <a:cxnLst/>
              <a:rect l="l" t="t" r="r" b="b"/>
              <a:pathLst>
                <a:path w="685800" h="266700">
                  <a:moveTo>
                    <a:pt x="644490" y="266699"/>
                  </a:moveTo>
                  <a:lnTo>
                    <a:pt x="41309" y="266699"/>
                  </a:lnTo>
                  <a:lnTo>
                    <a:pt x="35233" y="265491"/>
                  </a:lnTo>
                  <a:lnTo>
                    <a:pt x="1208" y="231465"/>
                  </a:lnTo>
                  <a:lnTo>
                    <a:pt x="0" y="225390"/>
                  </a:lnTo>
                  <a:lnTo>
                    <a:pt x="1" y="219074"/>
                  </a:lnTo>
                  <a:lnTo>
                    <a:pt x="0" y="41309"/>
                  </a:lnTo>
                  <a:lnTo>
                    <a:pt x="23563" y="6041"/>
                  </a:lnTo>
                  <a:lnTo>
                    <a:pt x="41309" y="0"/>
                  </a:lnTo>
                  <a:lnTo>
                    <a:pt x="644490" y="0"/>
                  </a:lnTo>
                  <a:lnTo>
                    <a:pt x="679757" y="23564"/>
                  </a:lnTo>
                  <a:lnTo>
                    <a:pt x="685799" y="41309"/>
                  </a:lnTo>
                  <a:lnTo>
                    <a:pt x="685799" y="225390"/>
                  </a:lnTo>
                  <a:lnTo>
                    <a:pt x="662233" y="260657"/>
                  </a:lnTo>
                  <a:lnTo>
                    <a:pt x="650564" y="265491"/>
                  </a:lnTo>
                  <a:lnTo>
                    <a:pt x="644490" y="266699"/>
                  </a:lnTo>
                  <a:close/>
                </a:path>
              </a:pathLst>
            </a:custGeom>
            <a:solidFill>
              <a:srgbClr val="D1451D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0745191" y="1932781"/>
            <a:ext cx="5511800" cy="170942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550545" algn="l"/>
              </a:tabLst>
            </a:pPr>
            <a:r>
              <a:rPr dirty="0" sz="1100" spc="-70" b="1">
                <a:solidFill>
                  <a:srgbClr val="8FA0C7"/>
                </a:solidFill>
                <a:latin typeface="Tahoma"/>
                <a:cs typeface="Tahoma"/>
              </a:rPr>
              <a:t>R</a:t>
            </a:r>
            <a:r>
              <a:rPr dirty="0" sz="1100" spc="-15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8FA0C7"/>
                </a:solidFill>
                <a:latin typeface="Tahoma"/>
                <a:cs typeface="Tahoma"/>
              </a:rPr>
              <a:t>U</a:t>
            </a:r>
            <a:r>
              <a:rPr dirty="0" sz="1100" spc="-16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-50" b="1">
                <a:solidFill>
                  <a:srgbClr val="8FA0C7"/>
                </a:solidFill>
                <a:latin typeface="Tahoma"/>
                <a:cs typeface="Tahoma"/>
              </a:rPr>
              <a:t>N</a:t>
            </a:r>
            <a:r>
              <a:rPr dirty="0" sz="1100" b="1">
                <a:solidFill>
                  <a:srgbClr val="8FA0C7"/>
                </a:solidFill>
                <a:latin typeface="Tahoma"/>
                <a:cs typeface="Tahoma"/>
              </a:rPr>
              <a:t>	</a:t>
            </a:r>
            <a:r>
              <a:rPr dirty="0" sz="1100" spc="-20" b="1">
                <a:solidFill>
                  <a:srgbClr val="8FA0C7"/>
                </a:solidFill>
                <a:latin typeface="Tahoma"/>
                <a:cs typeface="Tahoma"/>
              </a:rPr>
              <a:t>1</a:t>
            </a:r>
            <a:r>
              <a:rPr dirty="0" sz="1100" spc="18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8FA0C7"/>
                </a:solidFill>
                <a:latin typeface="Tahoma"/>
                <a:cs typeface="Tahoma"/>
              </a:rPr>
              <a:t>·</a:t>
            </a:r>
            <a:r>
              <a:rPr dirty="0" sz="1100" spc="26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8FA0C7"/>
                </a:solidFill>
                <a:latin typeface="Tahoma"/>
                <a:cs typeface="Tahoma"/>
              </a:rPr>
              <a:t>F</a:t>
            </a:r>
            <a:r>
              <a:rPr dirty="0" sz="1100" spc="-15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-235" b="1">
                <a:solidFill>
                  <a:srgbClr val="8FA0C7"/>
                </a:solidFill>
                <a:latin typeface="Tahoma"/>
                <a:cs typeface="Tahoma"/>
              </a:rPr>
              <a:t>I</a:t>
            </a:r>
            <a:r>
              <a:rPr dirty="0" sz="1100" spc="-18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-70" b="1">
                <a:solidFill>
                  <a:srgbClr val="8FA0C7"/>
                </a:solidFill>
                <a:latin typeface="Tahoma"/>
                <a:cs typeface="Tahoma"/>
              </a:rPr>
              <a:t>R</a:t>
            </a:r>
            <a:r>
              <a:rPr dirty="0" sz="1100" spc="-15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8FA0C7"/>
                </a:solidFill>
                <a:latin typeface="Tahoma"/>
                <a:cs typeface="Tahoma"/>
              </a:rPr>
              <a:t>S</a:t>
            </a:r>
            <a:r>
              <a:rPr dirty="0" sz="1100" spc="-15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70" b="1">
                <a:solidFill>
                  <a:srgbClr val="8FA0C7"/>
                </a:solidFill>
                <a:latin typeface="Tahoma"/>
                <a:cs typeface="Tahoma"/>
              </a:rPr>
              <a:t>T</a:t>
            </a:r>
            <a:r>
              <a:rPr dirty="0" sz="1100" spc="26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-35" b="1">
                <a:solidFill>
                  <a:srgbClr val="8FA0C7"/>
                </a:solidFill>
                <a:latin typeface="Tahoma"/>
                <a:cs typeface="Tahoma"/>
              </a:rPr>
              <a:t>D</a:t>
            </a:r>
            <a:r>
              <a:rPr dirty="0" sz="1100" spc="-15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-70" b="1">
                <a:solidFill>
                  <a:srgbClr val="8FA0C7"/>
                </a:solidFill>
                <a:latin typeface="Tahoma"/>
                <a:cs typeface="Tahoma"/>
              </a:rPr>
              <a:t>R</a:t>
            </a:r>
            <a:r>
              <a:rPr dirty="0" sz="1100" spc="-155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120" b="1">
                <a:solidFill>
                  <a:srgbClr val="8FA0C7"/>
                </a:solidFill>
                <a:latin typeface="Tahoma"/>
                <a:cs typeface="Tahoma"/>
              </a:rPr>
              <a:t>AF</a:t>
            </a:r>
            <a:r>
              <a:rPr dirty="0" sz="1100" spc="-150" b="1">
                <a:solidFill>
                  <a:srgbClr val="8FA0C7"/>
                </a:solidFill>
                <a:latin typeface="Tahoma"/>
                <a:cs typeface="Tahoma"/>
              </a:rPr>
              <a:t> </a:t>
            </a:r>
            <a:r>
              <a:rPr dirty="0" sz="1100" spc="20" b="1">
                <a:solidFill>
                  <a:srgbClr val="8FA0C7"/>
                </a:solidFill>
                <a:latin typeface="Tahoma"/>
                <a:cs typeface="Tahoma"/>
              </a:rPr>
              <a:t>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GB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×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$0.33/GB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4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B49C"/>
                </a:solidFill>
                <a:latin typeface="Courier New"/>
                <a:cs typeface="Courier New"/>
              </a:rPr>
              <a:t>$3.33</a:t>
            </a:r>
            <a:r>
              <a:rPr dirty="0" sz="1500" spc="445">
                <a:solidFill>
                  <a:srgbClr val="FFB49C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per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month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[1][2][3]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FF8A66"/>
                </a:solidFill>
                <a:latin typeface="Tahoma"/>
                <a:cs typeface="Tahoma"/>
              </a:rPr>
              <a:t>CI</a:t>
            </a:r>
            <a:r>
              <a:rPr dirty="0" sz="1100" spc="-18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125" b="1">
                <a:solidFill>
                  <a:srgbClr val="FF8A66"/>
                </a:solidFill>
                <a:latin typeface="Tahoma"/>
                <a:cs typeface="Tahoma"/>
              </a:rPr>
              <a:t>TAT</a:t>
            </a:r>
            <a:r>
              <a:rPr dirty="0" sz="1100" spc="-170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-235" b="1">
                <a:solidFill>
                  <a:srgbClr val="FF8A66"/>
                </a:solidFill>
                <a:latin typeface="Tahoma"/>
                <a:cs typeface="Tahoma"/>
              </a:rPr>
              <a:t>I</a:t>
            </a:r>
            <a:r>
              <a:rPr dirty="0" sz="1100" spc="-18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8A66"/>
                </a:solidFill>
                <a:latin typeface="Tahoma"/>
                <a:cs typeface="Tahoma"/>
              </a:rPr>
              <a:t>O</a:t>
            </a:r>
            <a:r>
              <a:rPr dirty="0" sz="1100" spc="-13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8A66"/>
                </a:solidFill>
                <a:latin typeface="Tahoma"/>
                <a:cs typeface="Tahoma"/>
              </a:rPr>
              <a:t>N</a:t>
            </a:r>
            <a:r>
              <a:rPr dirty="0" sz="1100" spc="26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114" b="1">
                <a:solidFill>
                  <a:srgbClr val="FF8A66"/>
                </a:solidFill>
                <a:latin typeface="Tahoma"/>
                <a:cs typeface="Tahoma"/>
              </a:rPr>
              <a:t>CH</a:t>
            </a:r>
            <a:r>
              <a:rPr dirty="0" sz="1100" spc="-180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8A66"/>
                </a:solidFill>
                <a:latin typeface="Tahoma"/>
                <a:cs typeface="Tahoma"/>
              </a:rPr>
              <a:t>E</a:t>
            </a:r>
            <a:r>
              <a:rPr dirty="0" sz="1100" spc="-17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140" b="1">
                <a:solidFill>
                  <a:srgbClr val="FF8A66"/>
                </a:solidFill>
                <a:latin typeface="Tahoma"/>
                <a:cs typeface="Tahoma"/>
              </a:rPr>
              <a:t>CK</a:t>
            </a:r>
            <a:r>
              <a:rPr dirty="0" sz="1100" spc="31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8A66"/>
                </a:solidFill>
                <a:latin typeface="Tahoma"/>
                <a:cs typeface="Tahoma"/>
              </a:rPr>
              <a:t>·</a:t>
            </a:r>
            <a:r>
              <a:rPr dirty="0" sz="1100" spc="295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FF8A66"/>
                </a:solidFill>
                <a:latin typeface="Tahoma"/>
                <a:cs typeface="Tahoma"/>
              </a:rPr>
              <a:t>NO</a:t>
            </a:r>
            <a:r>
              <a:rPr dirty="0" sz="1100" spc="330" b="1">
                <a:solidFill>
                  <a:srgbClr val="FF8A66"/>
                </a:solidFill>
                <a:latin typeface="Tahoma"/>
                <a:cs typeface="Tahoma"/>
              </a:rPr>
              <a:t> </a:t>
            </a:r>
            <a:r>
              <a:rPr dirty="0" sz="1100" spc="75" b="1">
                <a:solidFill>
                  <a:srgbClr val="FF8A66"/>
                </a:solidFill>
                <a:latin typeface="Tahoma"/>
                <a:cs typeface="Tahoma"/>
              </a:rPr>
              <a:t>LLM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9200"/>
              </a:lnSpc>
              <a:spcBef>
                <a:spcPts val="530"/>
              </a:spcBef>
            </a:pPr>
            <a:r>
              <a:rPr dirty="0" sz="1500">
                <a:solidFill>
                  <a:srgbClr val="FF8A66"/>
                </a:solidFill>
                <a:latin typeface="Courier New"/>
                <a:cs typeface="Courier New"/>
              </a:rPr>
              <a:t>FAIL</a:t>
            </a:r>
            <a:r>
              <a:rPr dirty="0" sz="1500" spc="-5">
                <a:solidFill>
                  <a:srgbClr val="FF8A66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not_in_source: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$3.33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not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found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in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any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DDE3F2"/>
                </a:solidFill>
                <a:latin typeface="Courier New"/>
                <a:cs typeface="Courier New"/>
              </a:rPr>
              <a:t>cited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source,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and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not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computed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with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the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DDE3F2"/>
                </a:solidFill>
                <a:latin typeface="Courier New"/>
                <a:cs typeface="Courier New"/>
              </a:rPr>
              <a:t>calculator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745191" y="3761581"/>
            <a:ext cx="5168900" cy="937894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00" spc="85" b="1">
                <a:solidFill>
                  <a:srgbClr val="FFD179"/>
                </a:solidFill>
                <a:latin typeface="Tahoma"/>
                <a:cs typeface="Tahoma"/>
              </a:rPr>
              <a:t>CR</a:t>
            </a:r>
            <a:r>
              <a:rPr dirty="0" sz="1100" spc="-14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-235" b="1">
                <a:solidFill>
                  <a:srgbClr val="FFD179"/>
                </a:solidFill>
                <a:latin typeface="Tahoma"/>
                <a:cs typeface="Tahoma"/>
              </a:rPr>
              <a:t>I</a:t>
            </a:r>
            <a:r>
              <a:rPr dirty="0" sz="1100" spc="-17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70" b="1">
                <a:solidFill>
                  <a:srgbClr val="FFD179"/>
                </a:solidFill>
                <a:latin typeface="Tahoma"/>
                <a:cs typeface="Tahoma"/>
              </a:rPr>
              <a:t>T</a:t>
            </a:r>
            <a:r>
              <a:rPr dirty="0" sz="1100" spc="-16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-235" b="1">
                <a:solidFill>
                  <a:srgbClr val="FFD179"/>
                </a:solidFill>
                <a:latin typeface="Tahoma"/>
                <a:cs typeface="Tahoma"/>
              </a:rPr>
              <a:t>I</a:t>
            </a:r>
            <a:r>
              <a:rPr dirty="0" sz="1100" spc="-17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85" b="1">
                <a:solidFill>
                  <a:srgbClr val="FFD179"/>
                </a:solidFill>
                <a:latin typeface="Tahoma"/>
                <a:cs typeface="Tahoma"/>
              </a:rPr>
              <a:t>C</a:t>
            </a:r>
            <a:r>
              <a:rPr dirty="0" sz="1100" spc="33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·</a:t>
            </a:r>
            <a:r>
              <a:rPr dirty="0" sz="1100" spc="33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75" b="1">
                <a:solidFill>
                  <a:srgbClr val="FFD179"/>
                </a:solidFill>
                <a:latin typeface="Tahoma"/>
                <a:cs typeface="Tahoma"/>
              </a:rPr>
              <a:t>GP</a:t>
            </a:r>
            <a:r>
              <a:rPr dirty="0" sz="1100" spc="-13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100" b="1">
                <a:solidFill>
                  <a:srgbClr val="FFD179"/>
                </a:solidFill>
                <a:latin typeface="Tahoma"/>
                <a:cs typeface="Tahoma"/>
              </a:rPr>
              <a:t>T-</a:t>
            </a:r>
            <a:r>
              <a:rPr dirty="0" sz="1100" spc="-16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O</a:t>
            </a:r>
            <a:r>
              <a:rPr dirty="0" sz="1100" spc="-12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S</a:t>
            </a:r>
            <a:r>
              <a:rPr dirty="0" sz="1100" spc="-14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S</a:t>
            </a:r>
            <a:r>
              <a:rPr dirty="0" sz="1100" spc="-14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-</a:t>
            </a:r>
            <a:r>
              <a:rPr dirty="0" sz="1100" spc="-160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FFD179"/>
                </a:solidFill>
                <a:latin typeface="Tahoma"/>
                <a:cs typeface="Tahoma"/>
              </a:rPr>
              <a:t>120</a:t>
            </a:r>
            <a:r>
              <a:rPr dirty="0" sz="1100" spc="-165" b="1">
                <a:solidFill>
                  <a:srgbClr val="FFD179"/>
                </a:solidFill>
                <a:latin typeface="Tahoma"/>
                <a:cs typeface="Tahoma"/>
              </a:rPr>
              <a:t> </a:t>
            </a:r>
            <a:r>
              <a:rPr dirty="0" sz="1100" spc="-50" b="1">
                <a:solidFill>
                  <a:srgbClr val="FFD179"/>
                </a:solidFill>
                <a:latin typeface="Tahoma"/>
                <a:cs typeface="Tahoma"/>
              </a:rPr>
              <a:t>B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500">
                <a:solidFill>
                  <a:srgbClr val="FFD179"/>
                </a:solidFill>
                <a:latin typeface="Courier New"/>
                <a:cs typeface="Courier New"/>
              </a:rPr>
              <a:t>3/10</a:t>
            </a:r>
            <a:r>
              <a:rPr dirty="0" sz="1500" spc="-5">
                <a:solidFill>
                  <a:srgbClr val="FFD179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D179"/>
                </a:solidFill>
                <a:latin typeface="Courier New"/>
                <a:cs typeface="Courier New"/>
              </a:rPr>
              <a:t>·</a:t>
            </a:r>
            <a:r>
              <a:rPr dirty="0" sz="1500" spc="-5">
                <a:solidFill>
                  <a:srgbClr val="FFD179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D179"/>
                </a:solidFill>
                <a:latin typeface="Courier New"/>
                <a:cs typeface="Courier New"/>
              </a:rPr>
              <a:t>needs_research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“the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task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required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the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official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DDE3F2"/>
                </a:solidFill>
                <a:latin typeface="Courier New"/>
                <a:cs typeface="Courier New"/>
              </a:rPr>
              <a:t>pricing</a:t>
            </a:r>
            <a:r>
              <a:rPr dirty="0" sz="1500" spc="-5">
                <a:solidFill>
                  <a:srgbClr val="DDE3F2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DDE3F2"/>
                </a:solidFill>
                <a:latin typeface="Courier New"/>
                <a:cs typeface="Courier New"/>
              </a:rPr>
              <a:t>page”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4100" y="6302374"/>
            <a:ext cx="49688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D1451D"/>
                </a:solidFill>
                <a:latin typeface="Tahoma"/>
                <a:cs typeface="Tahoma"/>
              </a:rPr>
              <a:t>TH</a:t>
            </a:r>
            <a:r>
              <a:rPr dirty="0" sz="1250" spc="-18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E</a:t>
            </a:r>
            <a:r>
              <a:rPr dirty="0" sz="1250" spc="24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P</a:t>
            </a:r>
            <a:r>
              <a:rPr dirty="0" sz="1250" spc="-204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90" b="1">
                <a:solidFill>
                  <a:srgbClr val="D1451D"/>
                </a:solidFill>
                <a:latin typeface="Tahoma"/>
                <a:cs typeface="Tahoma"/>
              </a:rPr>
              <a:t>ROBL</a:t>
            </a:r>
            <a:r>
              <a:rPr dirty="0" sz="1250" spc="-17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95" b="1">
                <a:solidFill>
                  <a:srgbClr val="D1451D"/>
                </a:solidFill>
                <a:latin typeface="Tahoma"/>
                <a:cs typeface="Tahoma"/>
              </a:rPr>
              <a:t>EM</a:t>
            </a:r>
            <a:r>
              <a:rPr dirty="0" sz="1250" spc="28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·</a:t>
            </a:r>
            <a:r>
              <a:rPr dirty="0" sz="1250" spc="29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95" b="1">
                <a:solidFill>
                  <a:srgbClr val="D1451D"/>
                </a:solidFill>
                <a:latin typeface="Tahoma"/>
                <a:cs typeface="Tahoma"/>
              </a:rPr>
              <a:t>REA</a:t>
            </a:r>
            <a:r>
              <a:rPr dirty="0" sz="1250" spc="-18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L</a:t>
            </a:r>
            <a:r>
              <a:rPr dirty="0" sz="1250" spc="29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D1451D"/>
                </a:solidFill>
                <a:latin typeface="Tahoma"/>
                <a:cs typeface="Tahoma"/>
              </a:rPr>
              <a:t>FA</a:t>
            </a:r>
            <a:r>
              <a:rPr dirty="0" sz="1250" spc="-17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-254" b="1">
                <a:solidFill>
                  <a:srgbClr val="D1451D"/>
                </a:solidFill>
                <a:latin typeface="Tahoma"/>
                <a:cs typeface="Tahoma"/>
              </a:rPr>
              <a:t>I</a:t>
            </a:r>
            <a:r>
              <a:rPr dirty="0" sz="1250" spc="-18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L</a:t>
            </a:r>
            <a:r>
              <a:rPr dirty="0" sz="1250" spc="-17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90" b="1">
                <a:solidFill>
                  <a:srgbClr val="D1451D"/>
                </a:solidFill>
                <a:latin typeface="Tahoma"/>
                <a:cs typeface="Tahoma"/>
              </a:rPr>
              <a:t>URES</a:t>
            </a:r>
            <a:r>
              <a:rPr dirty="0" sz="1250" spc="254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D1451D"/>
                </a:solidFill>
                <a:latin typeface="Tahoma"/>
                <a:cs typeface="Tahoma"/>
              </a:rPr>
              <a:t>F</a:t>
            </a:r>
            <a:r>
              <a:rPr dirty="0" sz="1250" spc="-20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100" b="1">
                <a:solidFill>
                  <a:srgbClr val="D1451D"/>
                </a:solidFill>
                <a:latin typeface="Tahoma"/>
                <a:cs typeface="Tahoma"/>
              </a:rPr>
              <a:t>ROM</a:t>
            </a:r>
            <a:r>
              <a:rPr dirty="0" sz="1250" spc="280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110" b="1">
                <a:solidFill>
                  <a:srgbClr val="D1451D"/>
                </a:solidFill>
                <a:latin typeface="Tahoma"/>
                <a:cs typeface="Tahoma"/>
              </a:rPr>
              <a:t>EA</a:t>
            </a:r>
            <a:r>
              <a:rPr dirty="0" sz="1250" spc="-17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90" b="1">
                <a:solidFill>
                  <a:srgbClr val="D1451D"/>
                </a:solidFill>
                <a:latin typeface="Tahoma"/>
                <a:cs typeface="Tahoma"/>
              </a:rPr>
              <a:t>RLY</a:t>
            </a:r>
            <a:r>
              <a:rPr dirty="0" sz="1250" spc="229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D1451D"/>
                </a:solidFill>
                <a:latin typeface="Tahoma"/>
                <a:cs typeface="Tahoma"/>
              </a:rPr>
              <a:t>RUN</a:t>
            </a:r>
            <a:r>
              <a:rPr dirty="0" sz="1250" spc="-19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250" spc="-50" b="1">
                <a:solidFill>
                  <a:srgbClr val="D1451D"/>
                </a:solidFill>
                <a:latin typeface="Tahoma"/>
                <a:cs typeface="Tahoma"/>
              </a:rPr>
              <a:t>S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410824" y="5286374"/>
            <a:ext cx="6810375" cy="1514475"/>
            <a:chOff x="10410824" y="5286374"/>
            <a:chExt cx="6810375" cy="1514475"/>
          </a:xfrm>
        </p:grpSpPr>
        <p:sp>
          <p:nvSpPr>
            <p:cNvPr id="46" name="object 46"/>
            <p:cNvSpPr/>
            <p:nvPr/>
          </p:nvSpPr>
          <p:spPr>
            <a:xfrm>
              <a:off x="10415586" y="5291137"/>
              <a:ext cx="6800850" cy="1504950"/>
            </a:xfrm>
            <a:custGeom>
              <a:avLst/>
              <a:gdLst/>
              <a:ahLst/>
              <a:cxnLst/>
              <a:rect l="l" t="t" r="r" b="b"/>
              <a:pathLst>
                <a:path w="6800850" h="1504950">
                  <a:moveTo>
                    <a:pt x="6615111" y="1504949"/>
                  </a:moveTo>
                  <a:lnTo>
                    <a:pt x="185737" y="1504949"/>
                  </a:lnTo>
                  <a:lnTo>
                    <a:pt x="176612" y="1504726"/>
                  </a:lnTo>
                  <a:lnTo>
                    <a:pt x="131818" y="1496953"/>
                  </a:lnTo>
                  <a:lnTo>
                    <a:pt x="90256" y="1478530"/>
                  </a:lnTo>
                  <a:lnTo>
                    <a:pt x="54400" y="1450548"/>
                  </a:lnTo>
                  <a:lnTo>
                    <a:pt x="26417" y="1414691"/>
                  </a:lnTo>
                  <a:lnTo>
                    <a:pt x="7994" y="1373129"/>
                  </a:lnTo>
                  <a:lnTo>
                    <a:pt x="223" y="1328337"/>
                  </a:lnTo>
                  <a:lnTo>
                    <a:pt x="0" y="1319212"/>
                  </a:lnTo>
                  <a:lnTo>
                    <a:pt x="0" y="185737"/>
                  </a:lnTo>
                  <a:lnTo>
                    <a:pt x="5567" y="140595"/>
                  </a:lnTo>
                  <a:lnTo>
                    <a:pt x="21929" y="98180"/>
                  </a:lnTo>
                  <a:lnTo>
                    <a:pt x="48105" y="61011"/>
                  </a:lnTo>
                  <a:lnTo>
                    <a:pt x="82546" y="31302"/>
                  </a:lnTo>
                  <a:lnTo>
                    <a:pt x="123172" y="10852"/>
                  </a:lnTo>
                  <a:lnTo>
                    <a:pt x="167531" y="892"/>
                  </a:lnTo>
                  <a:lnTo>
                    <a:pt x="185737" y="0"/>
                  </a:lnTo>
                  <a:lnTo>
                    <a:pt x="6615111" y="0"/>
                  </a:lnTo>
                  <a:lnTo>
                    <a:pt x="6660251" y="5567"/>
                  </a:lnTo>
                  <a:lnTo>
                    <a:pt x="6702667" y="21929"/>
                  </a:lnTo>
                  <a:lnTo>
                    <a:pt x="6739837" y="48106"/>
                  </a:lnTo>
                  <a:lnTo>
                    <a:pt x="6769544" y="82547"/>
                  </a:lnTo>
                  <a:lnTo>
                    <a:pt x="6789994" y="123174"/>
                  </a:lnTo>
                  <a:lnTo>
                    <a:pt x="6799955" y="167531"/>
                  </a:lnTo>
                  <a:lnTo>
                    <a:pt x="6800849" y="185737"/>
                  </a:lnTo>
                  <a:lnTo>
                    <a:pt x="6800849" y="1319212"/>
                  </a:lnTo>
                  <a:lnTo>
                    <a:pt x="6795279" y="1364353"/>
                  </a:lnTo>
                  <a:lnTo>
                    <a:pt x="6778917" y="1406769"/>
                  </a:lnTo>
                  <a:lnTo>
                    <a:pt x="6752741" y="1443938"/>
                  </a:lnTo>
                  <a:lnTo>
                    <a:pt x="6718301" y="1473646"/>
                  </a:lnTo>
                  <a:lnTo>
                    <a:pt x="6677673" y="1494096"/>
                  </a:lnTo>
                  <a:lnTo>
                    <a:pt x="6633316" y="1504057"/>
                  </a:lnTo>
                  <a:lnTo>
                    <a:pt x="6615111" y="1504949"/>
                  </a:lnTo>
                  <a:close/>
                </a:path>
              </a:pathLst>
            </a:custGeom>
            <a:solidFill>
              <a:srgbClr val="DDF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0415586" y="5291137"/>
              <a:ext cx="6800850" cy="1504950"/>
            </a:xfrm>
            <a:custGeom>
              <a:avLst/>
              <a:gdLst/>
              <a:ahLst/>
              <a:cxnLst/>
              <a:rect l="l" t="t" r="r" b="b"/>
              <a:pathLst>
                <a:path w="6800850" h="1504950">
                  <a:moveTo>
                    <a:pt x="0" y="1319212"/>
                  </a:moveTo>
                  <a:lnTo>
                    <a:pt x="0" y="185737"/>
                  </a:lnTo>
                  <a:lnTo>
                    <a:pt x="223" y="176612"/>
                  </a:lnTo>
                  <a:lnTo>
                    <a:pt x="7994" y="131819"/>
                  </a:lnTo>
                  <a:lnTo>
                    <a:pt x="26417" y="90258"/>
                  </a:lnTo>
                  <a:lnTo>
                    <a:pt x="54400" y="54401"/>
                  </a:lnTo>
                  <a:lnTo>
                    <a:pt x="90256" y="26418"/>
                  </a:lnTo>
                  <a:lnTo>
                    <a:pt x="131818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6615111" y="0"/>
                  </a:lnTo>
                  <a:lnTo>
                    <a:pt x="6660251" y="5567"/>
                  </a:lnTo>
                  <a:lnTo>
                    <a:pt x="6702667" y="21929"/>
                  </a:lnTo>
                  <a:lnTo>
                    <a:pt x="6739837" y="48106"/>
                  </a:lnTo>
                  <a:lnTo>
                    <a:pt x="6769544" y="82547"/>
                  </a:lnTo>
                  <a:lnTo>
                    <a:pt x="6789994" y="123174"/>
                  </a:lnTo>
                  <a:lnTo>
                    <a:pt x="6799955" y="167531"/>
                  </a:lnTo>
                  <a:lnTo>
                    <a:pt x="6800849" y="185737"/>
                  </a:lnTo>
                  <a:lnTo>
                    <a:pt x="6800849" y="1319212"/>
                  </a:lnTo>
                  <a:lnTo>
                    <a:pt x="6795279" y="1364353"/>
                  </a:lnTo>
                  <a:lnTo>
                    <a:pt x="6778917" y="1406769"/>
                  </a:lnTo>
                  <a:lnTo>
                    <a:pt x="6752741" y="1443938"/>
                  </a:lnTo>
                  <a:lnTo>
                    <a:pt x="6718301" y="1473646"/>
                  </a:lnTo>
                  <a:lnTo>
                    <a:pt x="6677673" y="1494096"/>
                  </a:lnTo>
                  <a:lnTo>
                    <a:pt x="6633316" y="1504057"/>
                  </a:lnTo>
                  <a:lnTo>
                    <a:pt x="6615111" y="1504949"/>
                  </a:lnTo>
                  <a:lnTo>
                    <a:pt x="185737" y="1504949"/>
                  </a:lnTo>
                  <a:lnTo>
                    <a:pt x="140594" y="1499381"/>
                  </a:lnTo>
                  <a:lnTo>
                    <a:pt x="98179" y="1483018"/>
                  </a:lnTo>
                  <a:lnTo>
                    <a:pt x="61010" y="1456842"/>
                  </a:lnTo>
                  <a:lnTo>
                    <a:pt x="31301" y="1422402"/>
                  </a:lnTo>
                  <a:lnTo>
                    <a:pt x="10851" y="1381775"/>
                  </a:lnTo>
                  <a:lnTo>
                    <a:pt x="892" y="1337417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B8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0697566" y="5481627"/>
            <a:ext cx="5614670" cy="10579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250" spc="105" b="1">
                <a:solidFill>
                  <a:srgbClr val="0C7967"/>
                </a:solidFill>
                <a:latin typeface="Tahoma"/>
                <a:cs typeface="Tahoma"/>
              </a:rPr>
              <a:t>TH</a:t>
            </a:r>
            <a:r>
              <a:rPr dirty="0" sz="1250" spc="-180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0C7967"/>
                </a:solidFill>
                <a:latin typeface="Tahoma"/>
                <a:cs typeface="Tahoma"/>
              </a:rPr>
              <a:t>E</a:t>
            </a:r>
            <a:r>
              <a:rPr dirty="0" sz="1250" spc="24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0C7967"/>
                </a:solidFill>
                <a:latin typeface="Tahoma"/>
                <a:cs typeface="Tahoma"/>
              </a:rPr>
              <a:t>G</a:t>
            </a:r>
            <a:r>
              <a:rPr dirty="0" sz="1250" spc="-18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250" spc="95" b="1">
                <a:solidFill>
                  <a:srgbClr val="0C7967"/>
                </a:solidFill>
                <a:latin typeface="Tahoma"/>
                <a:cs typeface="Tahoma"/>
              </a:rPr>
              <a:t>OA</a:t>
            </a:r>
            <a:r>
              <a:rPr dirty="0" sz="1250" spc="-17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250" spc="-50" b="1">
                <a:solidFill>
                  <a:srgbClr val="0C7967"/>
                </a:solidFill>
                <a:latin typeface="Tahoma"/>
                <a:cs typeface="Tahoma"/>
              </a:rPr>
              <a:t>L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06000"/>
              </a:lnSpc>
              <a:spcBef>
                <a:spcPts val="434"/>
              </a:spcBef>
            </a:pPr>
            <a:r>
              <a:rPr dirty="0" sz="2300" spc="180">
                <a:solidFill>
                  <a:srgbClr val="094E44"/>
                </a:solidFill>
                <a:latin typeface="Cambria"/>
                <a:cs typeface="Cambria"/>
              </a:rPr>
              <a:t>An</a:t>
            </a:r>
            <a:r>
              <a:rPr dirty="0" sz="230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05">
                <a:solidFill>
                  <a:srgbClr val="094E44"/>
                </a:solidFill>
                <a:latin typeface="Cambria"/>
                <a:cs typeface="Cambria"/>
              </a:rPr>
              <a:t>agent</a:t>
            </a:r>
            <a:r>
              <a:rPr dirty="0" sz="2300" spc="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95">
                <a:solidFill>
                  <a:srgbClr val="094E44"/>
                </a:solidFill>
                <a:latin typeface="Cambria"/>
                <a:cs typeface="Cambria"/>
              </a:rPr>
              <a:t>that</a:t>
            </a:r>
            <a:r>
              <a:rPr dirty="0" sz="230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35">
                <a:solidFill>
                  <a:srgbClr val="094E44"/>
                </a:solidFill>
                <a:latin typeface="Cambria"/>
                <a:cs typeface="Cambria"/>
              </a:rPr>
              <a:t>checks</a:t>
            </a:r>
            <a:r>
              <a:rPr dirty="0" sz="2300" spc="6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55">
                <a:solidFill>
                  <a:srgbClr val="094E44"/>
                </a:solidFill>
                <a:latin typeface="Cambria"/>
                <a:cs typeface="Cambria"/>
              </a:rPr>
              <a:t>its</a:t>
            </a:r>
            <a:r>
              <a:rPr dirty="0" sz="2300" spc="6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20">
                <a:solidFill>
                  <a:srgbClr val="094E44"/>
                </a:solidFill>
                <a:latin typeface="Cambria"/>
                <a:cs typeface="Cambria"/>
              </a:rPr>
              <a:t>own</a:t>
            </a:r>
            <a:r>
              <a:rPr dirty="0" sz="2300" spc="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20">
                <a:solidFill>
                  <a:srgbClr val="094E44"/>
                </a:solidFill>
                <a:latin typeface="Cambria"/>
                <a:cs typeface="Cambria"/>
              </a:rPr>
              <a:t>work</a:t>
            </a:r>
            <a:r>
              <a:rPr dirty="0" sz="2300" spc="-1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-415">
                <a:solidFill>
                  <a:srgbClr val="094E44"/>
                </a:solidFill>
                <a:latin typeface="Cambria"/>
                <a:cs typeface="Cambria"/>
              </a:rPr>
              <a:t>—</a:t>
            </a:r>
            <a:r>
              <a:rPr dirty="0" sz="230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05">
                <a:solidFill>
                  <a:srgbClr val="094E44"/>
                </a:solidFill>
                <a:latin typeface="Cambria"/>
                <a:cs typeface="Cambria"/>
              </a:rPr>
              <a:t>and </a:t>
            </a:r>
            <a:r>
              <a:rPr dirty="0" sz="2300" spc="80">
                <a:solidFill>
                  <a:srgbClr val="094E44"/>
                </a:solidFill>
                <a:latin typeface="Cambria"/>
                <a:cs typeface="Cambria"/>
              </a:rPr>
              <a:t>doesn’t</a:t>
            </a:r>
            <a:r>
              <a:rPr dirty="0" sz="2300" spc="10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90">
                <a:solidFill>
                  <a:srgbClr val="094E44"/>
                </a:solidFill>
                <a:latin typeface="Cambria"/>
                <a:cs typeface="Cambria"/>
              </a:rPr>
              <a:t>repeat</a:t>
            </a:r>
            <a:r>
              <a:rPr dirty="0" sz="2300" spc="1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85">
                <a:solidFill>
                  <a:srgbClr val="094E44"/>
                </a:solidFill>
                <a:latin typeface="Cambria"/>
                <a:cs typeface="Cambria"/>
              </a:rPr>
              <a:t>the</a:t>
            </a:r>
            <a:r>
              <a:rPr dirty="0" sz="2300" spc="2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45">
                <a:solidFill>
                  <a:srgbClr val="094E44"/>
                </a:solidFill>
                <a:latin typeface="Cambria"/>
                <a:cs typeface="Cambria"/>
              </a:rPr>
              <a:t>same</a:t>
            </a:r>
            <a:r>
              <a:rPr dirty="0" sz="2300" spc="2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114">
                <a:solidFill>
                  <a:srgbClr val="094E44"/>
                </a:solidFill>
                <a:latin typeface="Cambria"/>
                <a:cs typeface="Cambria"/>
              </a:rPr>
              <a:t>mistake</a:t>
            </a:r>
            <a:r>
              <a:rPr dirty="0" sz="2300" spc="25">
                <a:solidFill>
                  <a:srgbClr val="094E44"/>
                </a:solidFill>
                <a:latin typeface="Cambria"/>
                <a:cs typeface="Cambria"/>
              </a:rPr>
              <a:t> </a:t>
            </a:r>
            <a:r>
              <a:rPr dirty="0" sz="2300" spc="70">
                <a:solidFill>
                  <a:srgbClr val="094E44"/>
                </a:solidFill>
                <a:latin typeface="Cambria"/>
                <a:cs typeface="Cambria"/>
              </a:rPr>
              <a:t>twice.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66799" y="6686549"/>
            <a:ext cx="4248150" cy="1266825"/>
            <a:chOff x="1066799" y="6686549"/>
            <a:chExt cx="4248150" cy="1266825"/>
          </a:xfrm>
        </p:grpSpPr>
        <p:sp>
          <p:nvSpPr>
            <p:cNvPr id="12" name="object 12"/>
            <p:cNvSpPr/>
            <p:nvPr/>
          </p:nvSpPr>
          <p:spPr>
            <a:xfrm>
              <a:off x="1071562" y="6691311"/>
              <a:ext cx="4238625" cy="1257300"/>
            </a:xfrm>
            <a:custGeom>
              <a:avLst/>
              <a:gdLst/>
              <a:ahLst/>
              <a:cxnLst/>
              <a:rect l="l" t="t" r="r" b="b"/>
              <a:pathLst>
                <a:path w="4238625" h="1257300">
                  <a:moveTo>
                    <a:pt x="4071937" y="1257299"/>
                  </a:moveTo>
                  <a:lnTo>
                    <a:pt x="166687" y="1257299"/>
                  </a:lnTo>
                  <a:lnTo>
                    <a:pt x="158498" y="1257099"/>
                  </a:lnTo>
                  <a:lnTo>
                    <a:pt x="118299" y="1250123"/>
                  </a:lnTo>
                  <a:lnTo>
                    <a:pt x="81000" y="1233589"/>
                  </a:lnTo>
                  <a:lnTo>
                    <a:pt x="48821" y="1208477"/>
                  </a:lnTo>
                  <a:lnTo>
                    <a:pt x="23708" y="1176297"/>
                  </a:lnTo>
                  <a:lnTo>
                    <a:pt x="7175" y="1138998"/>
                  </a:lnTo>
                  <a:lnTo>
                    <a:pt x="200" y="1098801"/>
                  </a:lnTo>
                  <a:lnTo>
                    <a:pt x="0" y="1090612"/>
                  </a:lnTo>
                  <a:lnTo>
                    <a:pt x="0" y="166687"/>
                  </a:lnTo>
                  <a:lnTo>
                    <a:pt x="4996" y="126174"/>
                  </a:lnTo>
                  <a:lnTo>
                    <a:pt x="19680" y="88109"/>
                  </a:lnTo>
                  <a:lnTo>
                    <a:pt x="43172" y="54752"/>
                  </a:lnTo>
                  <a:lnTo>
                    <a:pt x="74080" y="28090"/>
                  </a:lnTo>
                  <a:lnTo>
                    <a:pt x="110540" y="9738"/>
                  </a:lnTo>
                  <a:lnTo>
                    <a:pt x="150349" y="800"/>
                  </a:lnTo>
                  <a:lnTo>
                    <a:pt x="166687" y="0"/>
                  </a:lnTo>
                  <a:lnTo>
                    <a:pt x="4071937" y="0"/>
                  </a:lnTo>
                  <a:lnTo>
                    <a:pt x="4112448" y="4996"/>
                  </a:lnTo>
                  <a:lnTo>
                    <a:pt x="4150513" y="19679"/>
                  </a:lnTo>
                  <a:lnTo>
                    <a:pt x="4183870" y="43171"/>
                  </a:lnTo>
                  <a:lnTo>
                    <a:pt x="4210532" y="74079"/>
                  </a:lnTo>
                  <a:lnTo>
                    <a:pt x="4228884" y="110539"/>
                  </a:lnTo>
                  <a:lnTo>
                    <a:pt x="4237823" y="150348"/>
                  </a:lnTo>
                  <a:lnTo>
                    <a:pt x="4238624" y="166687"/>
                  </a:lnTo>
                  <a:lnTo>
                    <a:pt x="4238624" y="1090612"/>
                  </a:lnTo>
                  <a:lnTo>
                    <a:pt x="4233627" y="1131123"/>
                  </a:lnTo>
                  <a:lnTo>
                    <a:pt x="4218943" y="1169187"/>
                  </a:lnTo>
                  <a:lnTo>
                    <a:pt x="4195451" y="1202545"/>
                  </a:lnTo>
                  <a:lnTo>
                    <a:pt x="4164543" y="1229206"/>
                  </a:lnTo>
                  <a:lnTo>
                    <a:pt x="4128083" y="1247559"/>
                  </a:lnTo>
                  <a:lnTo>
                    <a:pt x="4088275" y="1256498"/>
                  </a:lnTo>
                  <a:lnTo>
                    <a:pt x="4071937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1562" y="6691311"/>
              <a:ext cx="4238625" cy="1257300"/>
            </a:xfrm>
            <a:custGeom>
              <a:avLst/>
              <a:gdLst/>
              <a:ahLst/>
              <a:cxnLst/>
              <a:rect l="l" t="t" r="r" b="b"/>
              <a:pathLst>
                <a:path w="4238625" h="1257300">
                  <a:moveTo>
                    <a:pt x="0" y="1090612"/>
                  </a:moveTo>
                  <a:lnTo>
                    <a:pt x="0" y="166687"/>
                  </a:lnTo>
                  <a:lnTo>
                    <a:pt x="200" y="158498"/>
                  </a:lnTo>
                  <a:lnTo>
                    <a:pt x="7175" y="118298"/>
                  </a:lnTo>
                  <a:lnTo>
                    <a:pt x="23708" y="80999"/>
                  </a:lnTo>
                  <a:lnTo>
                    <a:pt x="48821" y="48820"/>
                  </a:lnTo>
                  <a:lnTo>
                    <a:pt x="81000" y="23707"/>
                  </a:lnTo>
                  <a:lnTo>
                    <a:pt x="118299" y="7175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4071937" y="0"/>
                  </a:lnTo>
                  <a:lnTo>
                    <a:pt x="4112448" y="4996"/>
                  </a:lnTo>
                  <a:lnTo>
                    <a:pt x="4150513" y="19679"/>
                  </a:lnTo>
                  <a:lnTo>
                    <a:pt x="4183870" y="43171"/>
                  </a:lnTo>
                  <a:lnTo>
                    <a:pt x="4210532" y="74079"/>
                  </a:lnTo>
                  <a:lnTo>
                    <a:pt x="4228884" y="110539"/>
                  </a:lnTo>
                  <a:lnTo>
                    <a:pt x="4237823" y="150348"/>
                  </a:lnTo>
                  <a:lnTo>
                    <a:pt x="4238624" y="166687"/>
                  </a:lnTo>
                  <a:lnTo>
                    <a:pt x="4238624" y="1090612"/>
                  </a:lnTo>
                  <a:lnTo>
                    <a:pt x="4233627" y="1131123"/>
                  </a:lnTo>
                  <a:lnTo>
                    <a:pt x="4218943" y="1169187"/>
                  </a:lnTo>
                  <a:lnTo>
                    <a:pt x="4195451" y="1202545"/>
                  </a:lnTo>
                  <a:lnTo>
                    <a:pt x="4164543" y="1229206"/>
                  </a:lnTo>
                  <a:lnTo>
                    <a:pt x="4128083" y="1247559"/>
                  </a:lnTo>
                  <a:lnTo>
                    <a:pt x="4088275" y="1256498"/>
                  </a:lnTo>
                  <a:lnTo>
                    <a:pt x="4071937" y="1257299"/>
                  </a:lnTo>
                  <a:lnTo>
                    <a:pt x="166687" y="1257299"/>
                  </a:lnTo>
                  <a:lnTo>
                    <a:pt x="126175" y="1252302"/>
                  </a:lnTo>
                  <a:lnTo>
                    <a:pt x="88110" y="1237618"/>
                  </a:lnTo>
                  <a:lnTo>
                    <a:pt x="54753" y="1214126"/>
                  </a:lnTo>
                  <a:lnTo>
                    <a:pt x="28091" y="1183217"/>
                  </a:lnTo>
                  <a:lnTo>
                    <a:pt x="9739" y="1146757"/>
                  </a:lnTo>
                  <a:lnTo>
                    <a:pt x="800" y="1106950"/>
                  </a:lnTo>
                  <a:lnTo>
                    <a:pt x="0" y="10906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04924" y="69056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12305" y="419099"/>
                  </a:moveTo>
                  <a:lnTo>
                    <a:pt x="106794" y="419099"/>
                  </a:lnTo>
                  <a:lnTo>
                    <a:pt x="99361" y="418367"/>
                  </a:lnTo>
                  <a:lnTo>
                    <a:pt x="57038" y="404005"/>
                  </a:lnTo>
                  <a:lnTo>
                    <a:pt x="23432" y="374541"/>
                  </a:lnTo>
                  <a:lnTo>
                    <a:pt x="3660" y="334459"/>
                  </a:lnTo>
                  <a:lnTo>
                    <a:pt x="0" y="312304"/>
                  </a:lnTo>
                  <a:lnTo>
                    <a:pt x="0" y="3047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3" y="5827"/>
                  </a:lnTo>
                  <a:lnTo>
                    <a:pt x="106794" y="0"/>
                  </a:lnTo>
                  <a:lnTo>
                    <a:pt x="312305" y="0"/>
                  </a:lnTo>
                  <a:lnTo>
                    <a:pt x="355474" y="11571"/>
                  </a:lnTo>
                  <a:lnTo>
                    <a:pt x="390929" y="38783"/>
                  </a:lnTo>
                  <a:lnTo>
                    <a:pt x="413271" y="77491"/>
                  </a:lnTo>
                  <a:lnTo>
                    <a:pt x="419099" y="106794"/>
                  </a:lnTo>
                  <a:lnTo>
                    <a:pt x="419099" y="312304"/>
                  </a:lnTo>
                  <a:lnTo>
                    <a:pt x="407527" y="355474"/>
                  </a:lnTo>
                  <a:lnTo>
                    <a:pt x="380315" y="390928"/>
                  </a:lnTo>
                  <a:lnTo>
                    <a:pt x="341606" y="413270"/>
                  </a:lnTo>
                  <a:lnTo>
                    <a:pt x="319737" y="418367"/>
                  </a:lnTo>
                  <a:lnTo>
                    <a:pt x="312305" y="419099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58912" y="6969125"/>
            <a:ext cx="11430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350" b="1">
                <a:solidFill>
                  <a:srgbClr val="D1451D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2775" y="6798075"/>
            <a:ext cx="2960370" cy="909319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00" spc="-45" b="1">
                <a:solidFill>
                  <a:srgbClr val="15203A"/>
                </a:solidFill>
                <a:latin typeface="Tahoma"/>
                <a:cs typeface="Tahoma"/>
              </a:rPr>
              <a:t>Wrong</a:t>
            </a:r>
            <a:r>
              <a:rPr dirty="0" sz="1700" spc="-8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15203A"/>
                </a:solidFill>
                <a:latin typeface="Tahoma"/>
                <a:cs typeface="Tahoma"/>
              </a:rPr>
              <a:t>source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315"/>
              </a:spcBef>
            </a:pPr>
            <a:r>
              <a:rPr dirty="0" sz="1400" spc="85">
                <a:solidFill>
                  <a:srgbClr val="646B7D"/>
                </a:solidFill>
                <a:latin typeface="Tahoma"/>
                <a:cs typeface="Tahoma"/>
              </a:rPr>
              <a:t>Price</a:t>
            </a:r>
            <a:r>
              <a:rPr dirty="0" sz="14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90">
                <a:solidFill>
                  <a:srgbClr val="646B7D"/>
                </a:solidFill>
                <a:latin typeface="Tahoma"/>
                <a:cs typeface="Tahoma"/>
              </a:rPr>
              <a:t>copied</a:t>
            </a:r>
            <a:r>
              <a:rPr dirty="0" sz="1400" spc="-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46B7D"/>
                </a:solidFill>
                <a:latin typeface="Tahoma"/>
                <a:cs typeface="Tahoma"/>
              </a:rPr>
              <a:t>from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646B7D"/>
                </a:solidFill>
                <a:latin typeface="Tahoma"/>
                <a:cs typeface="Tahoma"/>
              </a:rPr>
              <a:t>blog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46B7D"/>
                </a:solidFill>
                <a:latin typeface="Tahoma"/>
                <a:cs typeface="Tahoma"/>
              </a:rPr>
              <a:t>when</a:t>
            </a:r>
            <a:r>
              <a:rPr dirty="0" sz="14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the </a:t>
            </a:r>
            <a:r>
              <a:rPr dirty="0" sz="1400" spc="60">
                <a:solidFill>
                  <a:srgbClr val="646B7D"/>
                </a:solidFill>
                <a:latin typeface="Tahoma"/>
                <a:cs typeface="Tahoma"/>
              </a:rPr>
              <a:t>task</a:t>
            </a:r>
            <a:r>
              <a:rPr dirty="0" sz="1400" spc="-7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46B7D"/>
                </a:solidFill>
                <a:latin typeface="Tahoma"/>
                <a:cs typeface="Tahoma"/>
              </a:rPr>
              <a:t>said</a:t>
            </a:r>
            <a:r>
              <a:rPr dirty="0" sz="14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646B7D"/>
                </a:solidFill>
                <a:latin typeface="Tahoma"/>
                <a:cs typeface="Tahoma"/>
              </a:rPr>
              <a:t>“official</a:t>
            </a:r>
            <a:r>
              <a:rPr dirty="0" sz="14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46B7D"/>
                </a:solidFill>
                <a:latin typeface="Tahoma"/>
                <a:cs typeface="Tahoma"/>
              </a:rPr>
              <a:t>page”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86399" y="6686549"/>
            <a:ext cx="4238625" cy="1266825"/>
            <a:chOff x="5486399" y="6686549"/>
            <a:chExt cx="4238625" cy="1266825"/>
          </a:xfrm>
        </p:grpSpPr>
        <p:sp>
          <p:nvSpPr>
            <p:cNvPr id="18" name="object 18"/>
            <p:cNvSpPr/>
            <p:nvPr/>
          </p:nvSpPr>
          <p:spPr>
            <a:xfrm>
              <a:off x="5491162" y="6691311"/>
              <a:ext cx="4229100" cy="1257300"/>
            </a:xfrm>
            <a:custGeom>
              <a:avLst/>
              <a:gdLst/>
              <a:ahLst/>
              <a:cxnLst/>
              <a:rect l="l" t="t" r="r" b="b"/>
              <a:pathLst>
                <a:path w="4229100" h="1257300">
                  <a:moveTo>
                    <a:pt x="4062412" y="1257299"/>
                  </a:moveTo>
                  <a:lnTo>
                    <a:pt x="166687" y="1257299"/>
                  </a:lnTo>
                  <a:lnTo>
                    <a:pt x="158498" y="1257099"/>
                  </a:lnTo>
                  <a:lnTo>
                    <a:pt x="118299" y="1250123"/>
                  </a:lnTo>
                  <a:lnTo>
                    <a:pt x="81000" y="1233589"/>
                  </a:lnTo>
                  <a:lnTo>
                    <a:pt x="48821" y="1208477"/>
                  </a:lnTo>
                  <a:lnTo>
                    <a:pt x="23708" y="1176297"/>
                  </a:lnTo>
                  <a:lnTo>
                    <a:pt x="7175" y="1138998"/>
                  </a:lnTo>
                  <a:lnTo>
                    <a:pt x="199" y="1098801"/>
                  </a:lnTo>
                  <a:lnTo>
                    <a:pt x="0" y="1090612"/>
                  </a:lnTo>
                  <a:lnTo>
                    <a:pt x="0" y="166687"/>
                  </a:lnTo>
                  <a:lnTo>
                    <a:pt x="4996" y="126174"/>
                  </a:lnTo>
                  <a:lnTo>
                    <a:pt x="19680" y="88109"/>
                  </a:lnTo>
                  <a:lnTo>
                    <a:pt x="43172" y="54752"/>
                  </a:lnTo>
                  <a:lnTo>
                    <a:pt x="74080" y="28090"/>
                  </a:lnTo>
                  <a:lnTo>
                    <a:pt x="110540" y="9738"/>
                  </a:lnTo>
                  <a:lnTo>
                    <a:pt x="150348" y="800"/>
                  </a:lnTo>
                  <a:lnTo>
                    <a:pt x="166687" y="0"/>
                  </a:lnTo>
                  <a:lnTo>
                    <a:pt x="4062412" y="0"/>
                  </a:lnTo>
                  <a:lnTo>
                    <a:pt x="4102922" y="4996"/>
                  </a:lnTo>
                  <a:lnTo>
                    <a:pt x="4140987" y="19679"/>
                  </a:lnTo>
                  <a:lnTo>
                    <a:pt x="4174345" y="43171"/>
                  </a:lnTo>
                  <a:lnTo>
                    <a:pt x="4201006" y="74079"/>
                  </a:lnTo>
                  <a:lnTo>
                    <a:pt x="4219359" y="110539"/>
                  </a:lnTo>
                  <a:lnTo>
                    <a:pt x="4228298" y="150348"/>
                  </a:lnTo>
                  <a:lnTo>
                    <a:pt x="4229099" y="166687"/>
                  </a:lnTo>
                  <a:lnTo>
                    <a:pt x="4229099" y="1090612"/>
                  </a:lnTo>
                  <a:lnTo>
                    <a:pt x="4224102" y="1131123"/>
                  </a:lnTo>
                  <a:lnTo>
                    <a:pt x="4209417" y="1169187"/>
                  </a:lnTo>
                  <a:lnTo>
                    <a:pt x="4185926" y="1202545"/>
                  </a:lnTo>
                  <a:lnTo>
                    <a:pt x="4155017" y="1229206"/>
                  </a:lnTo>
                  <a:lnTo>
                    <a:pt x="4118557" y="1247559"/>
                  </a:lnTo>
                  <a:lnTo>
                    <a:pt x="4078749" y="1256498"/>
                  </a:lnTo>
                  <a:lnTo>
                    <a:pt x="4062412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91162" y="6691311"/>
              <a:ext cx="4229100" cy="1257300"/>
            </a:xfrm>
            <a:custGeom>
              <a:avLst/>
              <a:gdLst/>
              <a:ahLst/>
              <a:cxnLst/>
              <a:rect l="l" t="t" r="r" b="b"/>
              <a:pathLst>
                <a:path w="4229100" h="1257300">
                  <a:moveTo>
                    <a:pt x="0" y="1090612"/>
                  </a:moveTo>
                  <a:lnTo>
                    <a:pt x="0" y="166687"/>
                  </a:lnTo>
                  <a:lnTo>
                    <a:pt x="199" y="158498"/>
                  </a:lnTo>
                  <a:lnTo>
                    <a:pt x="7175" y="118298"/>
                  </a:lnTo>
                  <a:lnTo>
                    <a:pt x="23708" y="80999"/>
                  </a:lnTo>
                  <a:lnTo>
                    <a:pt x="48821" y="48820"/>
                  </a:lnTo>
                  <a:lnTo>
                    <a:pt x="81000" y="23707"/>
                  </a:lnTo>
                  <a:lnTo>
                    <a:pt x="118299" y="7175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4062412" y="0"/>
                  </a:lnTo>
                  <a:lnTo>
                    <a:pt x="4102922" y="4996"/>
                  </a:lnTo>
                  <a:lnTo>
                    <a:pt x="4140987" y="19679"/>
                  </a:lnTo>
                  <a:lnTo>
                    <a:pt x="4174345" y="43171"/>
                  </a:lnTo>
                  <a:lnTo>
                    <a:pt x="4201006" y="74079"/>
                  </a:lnTo>
                  <a:lnTo>
                    <a:pt x="4219359" y="110539"/>
                  </a:lnTo>
                  <a:lnTo>
                    <a:pt x="4228298" y="150348"/>
                  </a:lnTo>
                  <a:lnTo>
                    <a:pt x="4229099" y="166687"/>
                  </a:lnTo>
                  <a:lnTo>
                    <a:pt x="4229099" y="1090612"/>
                  </a:lnTo>
                  <a:lnTo>
                    <a:pt x="4224102" y="1131123"/>
                  </a:lnTo>
                  <a:lnTo>
                    <a:pt x="4209417" y="1169187"/>
                  </a:lnTo>
                  <a:lnTo>
                    <a:pt x="4185926" y="1202545"/>
                  </a:lnTo>
                  <a:lnTo>
                    <a:pt x="4155017" y="1229206"/>
                  </a:lnTo>
                  <a:lnTo>
                    <a:pt x="4118557" y="1247559"/>
                  </a:lnTo>
                  <a:lnTo>
                    <a:pt x="4078749" y="1256498"/>
                  </a:lnTo>
                  <a:lnTo>
                    <a:pt x="4062412" y="1257299"/>
                  </a:lnTo>
                  <a:lnTo>
                    <a:pt x="166687" y="1257299"/>
                  </a:lnTo>
                  <a:lnTo>
                    <a:pt x="126175" y="1252302"/>
                  </a:lnTo>
                  <a:lnTo>
                    <a:pt x="88110" y="1237618"/>
                  </a:lnTo>
                  <a:lnTo>
                    <a:pt x="54753" y="1214126"/>
                  </a:lnTo>
                  <a:lnTo>
                    <a:pt x="28091" y="1183217"/>
                  </a:lnTo>
                  <a:lnTo>
                    <a:pt x="9739" y="1146757"/>
                  </a:lnTo>
                  <a:lnTo>
                    <a:pt x="800" y="1106950"/>
                  </a:lnTo>
                  <a:lnTo>
                    <a:pt x="0" y="10906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24524" y="6905624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12305" y="419099"/>
                  </a:moveTo>
                  <a:lnTo>
                    <a:pt x="106795" y="419099"/>
                  </a:lnTo>
                  <a:lnTo>
                    <a:pt x="99362" y="418367"/>
                  </a:lnTo>
                  <a:lnTo>
                    <a:pt x="57038" y="404005"/>
                  </a:lnTo>
                  <a:lnTo>
                    <a:pt x="23432" y="374541"/>
                  </a:lnTo>
                  <a:lnTo>
                    <a:pt x="3661" y="334459"/>
                  </a:lnTo>
                  <a:lnTo>
                    <a:pt x="0" y="312304"/>
                  </a:lnTo>
                  <a:lnTo>
                    <a:pt x="0" y="304799"/>
                  </a:lnTo>
                  <a:lnTo>
                    <a:pt x="0" y="106794"/>
                  </a:lnTo>
                  <a:lnTo>
                    <a:pt x="11573" y="63624"/>
                  </a:lnTo>
                  <a:lnTo>
                    <a:pt x="38784" y="28170"/>
                  </a:lnTo>
                  <a:lnTo>
                    <a:pt x="77492" y="5827"/>
                  </a:lnTo>
                  <a:lnTo>
                    <a:pt x="106795" y="0"/>
                  </a:lnTo>
                  <a:lnTo>
                    <a:pt x="312305" y="0"/>
                  </a:lnTo>
                  <a:lnTo>
                    <a:pt x="355474" y="11571"/>
                  </a:lnTo>
                  <a:lnTo>
                    <a:pt x="390929" y="38783"/>
                  </a:lnTo>
                  <a:lnTo>
                    <a:pt x="413271" y="77491"/>
                  </a:lnTo>
                  <a:lnTo>
                    <a:pt x="419099" y="106794"/>
                  </a:lnTo>
                  <a:lnTo>
                    <a:pt x="419099" y="312304"/>
                  </a:lnTo>
                  <a:lnTo>
                    <a:pt x="407526" y="355474"/>
                  </a:lnTo>
                  <a:lnTo>
                    <a:pt x="380315" y="390928"/>
                  </a:lnTo>
                  <a:lnTo>
                    <a:pt x="341606" y="413270"/>
                  </a:lnTo>
                  <a:lnTo>
                    <a:pt x="319738" y="418367"/>
                  </a:lnTo>
                  <a:lnTo>
                    <a:pt x="312305" y="419099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856783" y="6969125"/>
            <a:ext cx="15303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D1451D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9695" y="6798075"/>
            <a:ext cx="2357120" cy="66167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00" spc="-35" b="1">
                <a:solidFill>
                  <a:srgbClr val="15203A"/>
                </a:solidFill>
                <a:latin typeface="Tahoma"/>
                <a:cs typeface="Tahoma"/>
              </a:rPr>
              <a:t>Mental</a:t>
            </a:r>
            <a:r>
              <a:rPr dirty="0" sz="1700" spc="-114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15203A"/>
                </a:solidFill>
                <a:latin typeface="Tahoma"/>
                <a:cs typeface="Tahoma"/>
              </a:rPr>
              <a:t>arithmetic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10</a:t>
            </a:r>
            <a:r>
              <a:rPr dirty="0" sz="1400" spc="-8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×</a:t>
            </a:r>
            <a:r>
              <a:rPr dirty="0" sz="14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46B7D"/>
                </a:solidFill>
                <a:latin typeface="Tahoma"/>
                <a:cs typeface="Tahoma"/>
              </a:rPr>
              <a:t>$0.33</a:t>
            </a:r>
            <a:r>
              <a:rPr dirty="0" sz="14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646B7D"/>
                </a:solidFill>
                <a:latin typeface="Tahoma"/>
                <a:cs typeface="Tahoma"/>
              </a:rPr>
              <a:t>written</a:t>
            </a:r>
            <a:r>
              <a:rPr dirty="0" sz="1400" spc="-9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46B7D"/>
                </a:solidFill>
                <a:latin typeface="Tahoma"/>
                <a:cs typeface="Tahoma"/>
              </a:rPr>
              <a:t>as</a:t>
            </a:r>
            <a:r>
              <a:rPr dirty="0" sz="1400" spc="-8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646B7D"/>
                </a:solidFill>
                <a:latin typeface="Tahoma"/>
                <a:cs typeface="Tahoma"/>
              </a:rPr>
              <a:t>$3.33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66799" y="8124824"/>
            <a:ext cx="4248150" cy="1266825"/>
            <a:chOff x="1066799" y="8124824"/>
            <a:chExt cx="4248150" cy="1266825"/>
          </a:xfrm>
        </p:grpSpPr>
        <p:sp>
          <p:nvSpPr>
            <p:cNvPr id="24" name="object 24"/>
            <p:cNvSpPr/>
            <p:nvPr/>
          </p:nvSpPr>
          <p:spPr>
            <a:xfrm>
              <a:off x="1071562" y="8129586"/>
              <a:ext cx="4238625" cy="1257300"/>
            </a:xfrm>
            <a:custGeom>
              <a:avLst/>
              <a:gdLst/>
              <a:ahLst/>
              <a:cxnLst/>
              <a:rect l="l" t="t" r="r" b="b"/>
              <a:pathLst>
                <a:path w="4238625" h="1257300">
                  <a:moveTo>
                    <a:pt x="4071937" y="1257299"/>
                  </a:moveTo>
                  <a:lnTo>
                    <a:pt x="166687" y="1257299"/>
                  </a:lnTo>
                  <a:lnTo>
                    <a:pt x="158498" y="1257099"/>
                  </a:lnTo>
                  <a:lnTo>
                    <a:pt x="118299" y="1250123"/>
                  </a:lnTo>
                  <a:lnTo>
                    <a:pt x="81000" y="1233590"/>
                  </a:lnTo>
                  <a:lnTo>
                    <a:pt x="48821" y="1208477"/>
                  </a:lnTo>
                  <a:lnTo>
                    <a:pt x="23708" y="1176298"/>
                  </a:lnTo>
                  <a:lnTo>
                    <a:pt x="7175" y="1138999"/>
                  </a:lnTo>
                  <a:lnTo>
                    <a:pt x="200" y="1098801"/>
                  </a:lnTo>
                  <a:lnTo>
                    <a:pt x="0" y="1090612"/>
                  </a:lnTo>
                  <a:lnTo>
                    <a:pt x="0" y="166687"/>
                  </a:lnTo>
                  <a:lnTo>
                    <a:pt x="4996" y="126175"/>
                  </a:lnTo>
                  <a:lnTo>
                    <a:pt x="19680" y="88109"/>
                  </a:lnTo>
                  <a:lnTo>
                    <a:pt x="43172" y="54752"/>
                  </a:lnTo>
                  <a:lnTo>
                    <a:pt x="74080" y="28091"/>
                  </a:lnTo>
                  <a:lnTo>
                    <a:pt x="110540" y="9738"/>
                  </a:lnTo>
                  <a:lnTo>
                    <a:pt x="150349" y="801"/>
                  </a:lnTo>
                  <a:lnTo>
                    <a:pt x="166687" y="0"/>
                  </a:lnTo>
                  <a:lnTo>
                    <a:pt x="4071937" y="0"/>
                  </a:lnTo>
                  <a:lnTo>
                    <a:pt x="4112448" y="4996"/>
                  </a:lnTo>
                  <a:lnTo>
                    <a:pt x="4150513" y="19679"/>
                  </a:lnTo>
                  <a:lnTo>
                    <a:pt x="4183870" y="43172"/>
                  </a:lnTo>
                  <a:lnTo>
                    <a:pt x="4210532" y="74079"/>
                  </a:lnTo>
                  <a:lnTo>
                    <a:pt x="4228884" y="110539"/>
                  </a:lnTo>
                  <a:lnTo>
                    <a:pt x="4237823" y="150348"/>
                  </a:lnTo>
                  <a:lnTo>
                    <a:pt x="4238624" y="166687"/>
                  </a:lnTo>
                  <a:lnTo>
                    <a:pt x="4238624" y="1090612"/>
                  </a:lnTo>
                  <a:lnTo>
                    <a:pt x="4233627" y="1131123"/>
                  </a:lnTo>
                  <a:lnTo>
                    <a:pt x="4218943" y="1169188"/>
                  </a:lnTo>
                  <a:lnTo>
                    <a:pt x="4195451" y="1202545"/>
                  </a:lnTo>
                  <a:lnTo>
                    <a:pt x="4164543" y="1229206"/>
                  </a:lnTo>
                  <a:lnTo>
                    <a:pt x="4128083" y="1247559"/>
                  </a:lnTo>
                  <a:lnTo>
                    <a:pt x="4088275" y="1256498"/>
                  </a:lnTo>
                  <a:lnTo>
                    <a:pt x="4071937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71562" y="8129586"/>
              <a:ext cx="4238625" cy="1257300"/>
            </a:xfrm>
            <a:custGeom>
              <a:avLst/>
              <a:gdLst/>
              <a:ahLst/>
              <a:cxnLst/>
              <a:rect l="l" t="t" r="r" b="b"/>
              <a:pathLst>
                <a:path w="4238625" h="1257300">
                  <a:moveTo>
                    <a:pt x="0" y="1090612"/>
                  </a:moveTo>
                  <a:lnTo>
                    <a:pt x="0" y="166687"/>
                  </a:lnTo>
                  <a:lnTo>
                    <a:pt x="200" y="158498"/>
                  </a:lnTo>
                  <a:lnTo>
                    <a:pt x="7175" y="118299"/>
                  </a:lnTo>
                  <a:lnTo>
                    <a:pt x="23708" y="80999"/>
                  </a:lnTo>
                  <a:lnTo>
                    <a:pt x="48821" y="48820"/>
                  </a:lnTo>
                  <a:lnTo>
                    <a:pt x="81000" y="23708"/>
                  </a:lnTo>
                  <a:lnTo>
                    <a:pt x="118299" y="7175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4071937" y="0"/>
                  </a:lnTo>
                  <a:lnTo>
                    <a:pt x="4112448" y="4996"/>
                  </a:lnTo>
                  <a:lnTo>
                    <a:pt x="4150513" y="19679"/>
                  </a:lnTo>
                  <a:lnTo>
                    <a:pt x="4183870" y="43172"/>
                  </a:lnTo>
                  <a:lnTo>
                    <a:pt x="4210532" y="74079"/>
                  </a:lnTo>
                  <a:lnTo>
                    <a:pt x="4228884" y="110539"/>
                  </a:lnTo>
                  <a:lnTo>
                    <a:pt x="4237823" y="150348"/>
                  </a:lnTo>
                  <a:lnTo>
                    <a:pt x="4238624" y="166687"/>
                  </a:lnTo>
                  <a:lnTo>
                    <a:pt x="4238624" y="1090612"/>
                  </a:lnTo>
                  <a:lnTo>
                    <a:pt x="4233627" y="1131123"/>
                  </a:lnTo>
                  <a:lnTo>
                    <a:pt x="4218943" y="1169188"/>
                  </a:lnTo>
                  <a:lnTo>
                    <a:pt x="4195451" y="1202545"/>
                  </a:lnTo>
                  <a:lnTo>
                    <a:pt x="4164543" y="1229206"/>
                  </a:lnTo>
                  <a:lnTo>
                    <a:pt x="4128083" y="1247559"/>
                  </a:lnTo>
                  <a:lnTo>
                    <a:pt x="4088275" y="1256498"/>
                  </a:lnTo>
                  <a:lnTo>
                    <a:pt x="4071937" y="1257299"/>
                  </a:lnTo>
                  <a:lnTo>
                    <a:pt x="166687" y="1257299"/>
                  </a:lnTo>
                  <a:lnTo>
                    <a:pt x="126175" y="1252302"/>
                  </a:lnTo>
                  <a:lnTo>
                    <a:pt x="88110" y="1237618"/>
                  </a:lnTo>
                  <a:lnTo>
                    <a:pt x="54753" y="1214126"/>
                  </a:lnTo>
                  <a:lnTo>
                    <a:pt x="28091" y="1183218"/>
                  </a:lnTo>
                  <a:lnTo>
                    <a:pt x="9739" y="1146758"/>
                  </a:lnTo>
                  <a:lnTo>
                    <a:pt x="800" y="1106950"/>
                  </a:lnTo>
                  <a:lnTo>
                    <a:pt x="0" y="10906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04924" y="8343899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12305" y="419099"/>
                  </a:moveTo>
                  <a:lnTo>
                    <a:pt x="106794" y="419099"/>
                  </a:lnTo>
                  <a:lnTo>
                    <a:pt x="99361" y="418367"/>
                  </a:lnTo>
                  <a:lnTo>
                    <a:pt x="57038" y="404004"/>
                  </a:lnTo>
                  <a:lnTo>
                    <a:pt x="23432" y="374540"/>
                  </a:lnTo>
                  <a:lnTo>
                    <a:pt x="3660" y="334459"/>
                  </a:lnTo>
                  <a:lnTo>
                    <a:pt x="0" y="312304"/>
                  </a:lnTo>
                  <a:lnTo>
                    <a:pt x="0" y="3047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69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312305" y="0"/>
                  </a:lnTo>
                  <a:lnTo>
                    <a:pt x="355474" y="11571"/>
                  </a:lnTo>
                  <a:lnTo>
                    <a:pt x="390929" y="38783"/>
                  </a:lnTo>
                  <a:lnTo>
                    <a:pt x="413271" y="77491"/>
                  </a:lnTo>
                  <a:lnTo>
                    <a:pt x="419099" y="106794"/>
                  </a:lnTo>
                  <a:lnTo>
                    <a:pt x="419099" y="312304"/>
                  </a:lnTo>
                  <a:lnTo>
                    <a:pt x="407527" y="355473"/>
                  </a:lnTo>
                  <a:lnTo>
                    <a:pt x="380315" y="390928"/>
                  </a:lnTo>
                  <a:lnTo>
                    <a:pt x="341606" y="413270"/>
                  </a:lnTo>
                  <a:lnTo>
                    <a:pt x="319737" y="418367"/>
                  </a:lnTo>
                  <a:lnTo>
                    <a:pt x="312305" y="419099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435099" y="8407400"/>
            <a:ext cx="15684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D1451D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2775" y="8236350"/>
            <a:ext cx="2694940" cy="909319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00" spc="-35" b="1">
                <a:solidFill>
                  <a:srgbClr val="15203A"/>
                </a:solidFill>
                <a:latin typeface="Tahoma"/>
                <a:cs typeface="Tahoma"/>
              </a:rPr>
              <a:t>Misattributed</a:t>
            </a:r>
            <a:r>
              <a:rPr dirty="0" sz="1700" spc="-6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15203A"/>
                </a:solidFill>
                <a:latin typeface="Tahoma"/>
                <a:cs typeface="Tahoma"/>
              </a:rPr>
              <a:t>citation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315"/>
              </a:spcBef>
            </a:pPr>
            <a:r>
              <a:rPr dirty="0" sz="1400" spc="140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>
                <a:solidFill>
                  <a:srgbClr val="646B7D"/>
                </a:solidFill>
                <a:latin typeface="Tahoma"/>
                <a:cs typeface="Tahoma"/>
              </a:rPr>
              <a:t>number</a:t>
            </a:r>
            <a:r>
              <a:rPr dirty="0" sz="14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46B7D"/>
                </a:solidFill>
                <a:latin typeface="Tahoma"/>
                <a:cs typeface="Tahoma"/>
              </a:rPr>
              <a:t>cited</a:t>
            </a:r>
            <a:r>
              <a:rPr dirty="0" sz="14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to</a:t>
            </a:r>
            <a:r>
              <a:rPr dirty="0" sz="1400" spc="-7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46B7D"/>
                </a:solidFill>
                <a:latin typeface="Tahoma"/>
                <a:cs typeface="Tahoma"/>
              </a:rPr>
              <a:t>source</a:t>
            </a:r>
            <a:r>
              <a:rPr dirty="0" sz="14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646B7D"/>
                </a:solidFill>
                <a:latin typeface="Tahoma"/>
                <a:cs typeface="Tahoma"/>
              </a:rPr>
              <a:t>that </a:t>
            </a:r>
            <a:r>
              <a:rPr dirty="0" sz="1400" spc="65">
                <a:solidFill>
                  <a:srgbClr val="646B7D"/>
                </a:solidFill>
                <a:latin typeface="Tahoma"/>
                <a:cs typeface="Tahoma"/>
              </a:rPr>
              <a:t>doesnʼt</a:t>
            </a:r>
            <a:r>
              <a:rPr dirty="0" sz="14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646B7D"/>
                </a:solidFill>
                <a:latin typeface="Tahoma"/>
                <a:cs typeface="Tahoma"/>
              </a:rPr>
              <a:t>contain</a:t>
            </a:r>
            <a:r>
              <a:rPr dirty="0" sz="14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it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86399" y="8124824"/>
            <a:ext cx="4238625" cy="1266825"/>
            <a:chOff x="5486399" y="8124824"/>
            <a:chExt cx="4238625" cy="1266825"/>
          </a:xfrm>
        </p:grpSpPr>
        <p:sp>
          <p:nvSpPr>
            <p:cNvPr id="30" name="object 30"/>
            <p:cNvSpPr/>
            <p:nvPr/>
          </p:nvSpPr>
          <p:spPr>
            <a:xfrm>
              <a:off x="5491162" y="8129586"/>
              <a:ext cx="4229100" cy="1257300"/>
            </a:xfrm>
            <a:custGeom>
              <a:avLst/>
              <a:gdLst/>
              <a:ahLst/>
              <a:cxnLst/>
              <a:rect l="l" t="t" r="r" b="b"/>
              <a:pathLst>
                <a:path w="4229100" h="1257300">
                  <a:moveTo>
                    <a:pt x="4062412" y="1257299"/>
                  </a:moveTo>
                  <a:lnTo>
                    <a:pt x="166687" y="1257299"/>
                  </a:lnTo>
                  <a:lnTo>
                    <a:pt x="158498" y="1257099"/>
                  </a:lnTo>
                  <a:lnTo>
                    <a:pt x="118299" y="1250123"/>
                  </a:lnTo>
                  <a:lnTo>
                    <a:pt x="81000" y="1233590"/>
                  </a:lnTo>
                  <a:lnTo>
                    <a:pt x="48821" y="1208477"/>
                  </a:lnTo>
                  <a:lnTo>
                    <a:pt x="23708" y="1176298"/>
                  </a:lnTo>
                  <a:lnTo>
                    <a:pt x="7175" y="1138999"/>
                  </a:lnTo>
                  <a:lnTo>
                    <a:pt x="199" y="1098801"/>
                  </a:lnTo>
                  <a:lnTo>
                    <a:pt x="0" y="1090612"/>
                  </a:lnTo>
                  <a:lnTo>
                    <a:pt x="0" y="166687"/>
                  </a:lnTo>
                  <a:lnTo>
                    <a:pt x="4996" y="126175"/>
                  </a:lnTo>
                  <a:lnTo>
                    <a:pt x="19680" y="88109"/>
                  </a:lnTo>
                  <a:lnTo>
                    <a:pt x="43172" y="54752"/>
                  </a:lnTo>
                  <a:lnTo>
                    <a:pt x="74080" y="28091"/>
                  </a:lnTo>
                  <a:lnTo>
                    <a:pt x="110540" y="9738"/>
                  </a:lnTo>
                  <a:lnTo>
                    <a:pt x="150348" y="801"/>
                  </a:lnTo>
                  <a:lnTo>
                    <a:pt x="166687" y="0"/>
                  </a:lnTo>
                  <a:lnTo>
                    <a:pt x="4062412" y="0"/>
                  </a:lnTo>
                  <a:lnTo>
                    <a:pt x="4102922" y="4996"/>
                  </a:lnTo>
                  <a:lnTo>
                    <a:pt x="4140987" y="19679"/>
                  </a:lnTo>
                  <a:lnTo>
                    <a:pt x="4174345" y="43172"/>
                  </a:lnTo>
                  <a:lnTo>
                    <a:pt x="4201006" y="74079"/>
                  </a:lnTo>
                  <a:lnTo>
                    <a:pt x="4219359" y="110539"/>
                  </a:lnTo>
                  <a:lnTo>
                    <a:pt x="4228298" y="150348"/>
                  </a:lnTo>
                  <a:lnTo>
                    <a:pt x="4229099" y="166687"/>
                  </a:lnTo>
                  <a:lnTo>
                    <a:pt x="4229099" y="1090612"/>
                  </a:lnTo>
                  <a:lnTo>
                    <a:pt x="4224102" y="1131123"/>
                  </a:lnTo>
                  <a:lnTo>
                    <a:pt x="4209417" y="1169188"/>
                  </a:lnTo>
                  <a:lnTo>
                    <a:pt x="4185926" y="1202545"/>
                  </a:lnTo>
                  <a:lnTo>
                    <a:pt x="4155017" y="1229206"/>
                  </a:lnTo>
                  <a:lnTo>
                    <a:pt x="4118557" y="1247559"/>
                  </a:lnTo>
                  <a:lnTo>
                    <a:pt x="4078749" y="1256498"/>
                  </a:lnTo>
                  <a:lnTo>
                    <a:pt x="4062412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491162" y="8129586"/>
              <a:ext cx="4229100" cy="1257300"/>
            </a:xfrm>
            <a:custGeom>
              <a:avLst/>
              <a:gdLst/>
              <a:ahLst/>
              <a:cxnLst/>
              <a:rect l="l" t="t" r="r" b="b"/>
              <a:pathLst>
                <a:path w="4229100" h="1257300">
                  <a:moveTo>
                    <a:pt x="0" y="1090612"/>
                  </a:moveTo>
                  <a:lnTo>
                    <a:pt x="0" y="166687"/>
                  </a:lnTo>
                  <a:lnTo>
                    <a:pt x="199" y="158498"/>
                  </a:lnTo>
                  <a:lnTo>
                    <a:pt x="7175" y="118299"/>
                  </a:lnTo>
                  <a:lnTo>
                    <a:pt x="23708" y="80999"/>
                  </a:lnTo>
                  <a:lnTo>
                    <a:pt x="48821" y="48820"/>
                  </a:lnTo>
                  <a:lnTo>
                    <a:pt x="81000" y="23708"/>
                  </a:lnTo>
                  <a:lnTo>
                    <a:pt x="118299" y="7175"/>
                  </a:lnTo>
                  <a:lnTo>
                    <a:pt x="158498" y="200"/>
                  </a:lnTo>
                  <a:lnTo>
                    <a:pt x="166687" y="0"/>
                  </a:lnTo>
                  <a:lnTo>
                    <a:pt x="4062412" y="0"/>
                  </a:lnTo>
                  <a:lnTo>
                    <a:pt x="4102922" y="4996"/>
                  </a:lnTo>
                  <a:lnTo>
                    <a:pt x="4140987" y="19679"/>
                  </a:lnTo>
                  <a:lnTo>
                    <a:pt x="4174345" y="43172"/>
                  </a:lnTo>
                  <a:lnTo>
                    <a:pt x="4201006" y="74079"/>
                  </a:lnTo>
                  <a:lnTo>
                    <a:pt x="4219359" y="110539"/>
                  </a:lnTo>
                  <a:lnTo>
                    <a:pt x="4228298" y="150348"/>
                  </a:lnTo>
                  <a:lnTo>
                    <a:pt x="4229099" y="166687"/>
                  </a:lnTo>
                  <a:lnTo>
                    <a:pt x="4229099" y="1090612"/>
                  </a:lnTo>
                  <a:lnTo>
                    <a:pt x="4224102" y="1131123"/>
                  </a:lnTo>
                  <a:lnTo>
                    <a:pt x="4209417" y="1169188"/>
                  </a:lnTo>
                  <a:lnTo>
                    <a:pt x="4185926" y="1202545"/>
                  </a:lnTo>
                  <a:lnTo>
                    <a:pt x="4155017" y="1229206"/>
                  </a:lnTo>
                  <a:lnTo>
                    <a:pt x="4118557" y="1247559"/>
                  </a:lnTo>
                  <a:lnTo>
                    <a:pt x="4078749" y="1256498"/>
                  </a:lnTo>
                  <a:lnTo>
                    <a:pt x="4062412" y="1257299"/>
                  </a:lnTo>
                  <a:lnTo>
                    <a:pt x="166687" y="1257299"/>
                  </a:lnTo>
                  <a:lnTo>
                    <a:pt x="126175" y="1252302"/>
                  </a:lnTo>
                  <a:lnTo>
                    <a:pt x="88110" y="1237618"/>
                  </a:lnTo>
                  <a:lnTo>
                    <a:pt x="54753" y="1214126"/>
                  </a:lnTo>
                  <a:lnTo>
                    <a:pt x="28091" y="1183218"/>
                  </a:lnTo>
                  <a:lnTo>
                    <a:pt x="9739" y="1146758"/>
                  </a:lnTo>
                  <a:lnTo>
                    <a:pt x="800" y="1106950"/>
                  </a:lnTo>
                  <a:lnTo>
                    <a:pt x="0" y="10906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724524" y="8343899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12305" y="419099"/>
                  </a:moveTo>
                  <a:lnTo>
                    <a:pt x="106795" y="419099"/>
                  </a:lnTo>
                  <a:lnTo>
                    <a:pt x="99362" y="418367"/>
                  </a:lnTo>
                  <a:lnTo>
                    <a:pt x="57038" y="404004"/>
                  </a:lnTo>
                  <a:lnTo>
                    <a:pt x="23432" y="374540"/>
                  </a:lnTo>
                  <a:lnTo>
                    <a:pt x="3661" y="334459"/>
                  </a:lnTo>
                  <a:lnTo>
                    <a:pt x="0" y="312304"/>
                  </a:lnTo>
                  <a:lnTo>
                    <a:pt x="0" y="304799"/>
                  </a:lnTo>
                  <a:lnTo>
                    <a:pt x="0" y="106794"/>
                  </a:lnTo>
                  <a:lnTo>
                    <a:pt x="11573" y="63624"/>
                  </a:lnTo>
                  <a:lnTo>
                    <a:pt x="38784" y="28169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12305" y="0"/>
                  </a:lnTo>
                  <a:lnTo>
                    <a:pt x="355474" y="11571"/>
                  </a:lnTo>
                  <a:lnTo>
                    <a:pt x="390929" y="38783"/>
                  </a:lnTo>
                  <a:lnTo>
                    <a:pt x="413271" y="77491"/>
                  </a:lnTo>
                  <a:lnTo>
                    <a:pt x="419099" y="106794"/>
                  </a:lnTo>
                  <a:lnTo>
                    <a:pt x="419099" y="312304"/>
                  </a:lnTo>
                  <a:lnTo>
                    <a:pt x="407526" y="355473"/>
                  </a:lnTo>
                  <a:lnTo>
                    <a:pt x="380315" y="390928"/>
                  </a:lnTo>
                  <a:lnTo>
                    <a:pt x="341606" y="413270"/>
                  </a:lnTo>
                  <a:lnTo>
                    <a:pt x="319738" y="418367"/>
                  </a:lnTo>
                  <a:lnTo>
                    <a:pt x="312305" y="419099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852020" y="8407400"/>
            <a:ext cx="16319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35" b="1">
                <a:solidFill>
                  <a:srgbClr val="D1451D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99695" y="8236350"/>
            <a:ext cx="3046730" cy="909319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700" spc="-50" b="1">
                <a:solidFill>
                  <a:srgbClr val="15203A"/>
                </a:solidFill>
                <a:latin typeface="Tahoma"/>
                <a:cs typeface="Tahoma"/>
              </a:rPr>
              <a:t>Unit</a:t>
            </a:r>
            <a:r>
              <a:rPr dirty="0" sz="1700" spc="-10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700" spc="-55" b="1">
                <a:solidFill>
                  <a:srgbClr val="15203A"/>
                </a:solidFill>
                <a:latin typeface="Tahoma"/>
                <a:cs typeface="Tahoma"/>
              </a:rPr>
              <a:t>mix-</a:t>
            </a:r>
            <a:r>
              <a:rPr dirty="0" sz="1700" spc="-25" b="1">
                <a:solidFill>
                  <a:srgbClr val="15203A"/>
                </a:solidFill>
                <a:latin typeface="Tahoma"/>
                <a:cs typeface="Tahoma"/>
              </a:rPr>
              <a:t>up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315"/>
              </a:spcBef>
            </a:pPr>
            <a:r>
              <a:rPr dirty="0" sz="1400" spc="65">
                <a:solidFill>
                  <a:srgbClr val="646B7D"/>
                </a:solidFill>
                <a:latin typeface="Tahoma"/>
                <a:cs typeface="Tahoma"/>
              </a:rPr>
              <a:t>“per</a:t>
            </a:r>
            <a:r>
              <a:rPr dirty="0" sz="14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1M</a:t>
            </a:r>
            <a:r>
              <a:rPr dirty="0" sz="14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646B7D"/>
                </a:solidFill>
                <a:latin typeface="Tahoma"/>
                <a:cs typeface="Tahoma"/>
              </a:rPr>
              <a:t>dimensions”</a:t>
            </a:r>
            <a:r>
              <a:rPr dirty="0" sz="1400" spc="-8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5">
                <a:solidFill>
                  <a:srgbClr val="646B7D"/>
                </a:solidFill>
                <a:latin typeface="Tahoma"/>
                <a:cs typeface="Tahoma"/>
              </a:rPr>
              <a:t>shown</a:t>
            </a:r>
            <a:r>
              <a:rPr dirty="0" sz="14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>
                <a:solidFill>
                  <a:srgbClr val="646B7D"/>
                </a:solidFill>
                <a:latin typeface="Tahoma"/>
                <a:cs typeface="Tahoma"/>
              </a:rPr>
              <a:t>as</a:t>
            </a:r>
            <a:r>
              <a:rPr dirty="0" sz="14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646B7D"/>
                </a:solidFill>
                <a:latin typeface="Tahoma"/>
                <a:cs typeface="Tahoma"/>
              </a:rPr>
              <a:t>“per </a:t>
            </a:r>
            <a:r>
              <a:rPr dirty="0" sz="1400" spc="110">
                <a:solidFill>
                  <a:srgbClr val="646B7D"/>
                </a:solidFill>
                <a:latin typeface="Tahoma"/>
                <a:cs typeface="Tahoma"/>
              </a:rPr>
              <a:t>GB-</a:t>
            </a:r>
            <a:r>
              <a:rPr dirty="0" sz="1400" spc="-10">
                <a:solidFill>
                  <a:srgbClr val="646B7D"/>
                </a:solidFill>
                <a:latin typeface="Tahoma"/>
                <a:cs typeface="Tahoma"/>
              </a:rPr>
              <a:t>month”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10824" y="8801099"/>
            <a:ext cx="590549" cy="590549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10540403" y="8940800"/>
            <a:ext cx="33718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75" b="1">
                <a:solidFill>
                  <a:srgbClr val="FFFFFF"/>
                </a:solidFill>
                <a:latin typeface="Tahoma"/>
                <a:cs typeface="Tahoma"/>
              </a:rPr>
              <a:t>SA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183341" y="8816975"/>
            <a:ext cx="3274060" cy="5283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b="1">
                <a:solidFill>
                  <a:srgbClr val="15203A"/>
                </a:solidFill>
                <a:latin typeface="Tahoma"/>
                <a:cs typeface="Tahoma"/>
              </a:rPr>
              <a:t>Shaik</a:t>
            </a:r>
            <a:r>
              <a:rPr dirty="0" sz="1850" spc="-7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850" spc="60" b="1">
                <a:solidFill>
                  <a:srgbClr val="15203A"/>
                </a:solidFill>
                <a:latin typeface="Tahoma"/>
                <a:cs typeface="Tahoma"/>
              </a:rPr>
              <a:t>Asad</a:t>
            </a:r>
            <a:r>
              <a:rPr dirty="0" sz="1850" spc="-9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15203A"/>
                </a:solidFill>
                <a:latin typeface="Tahoma"/>
                <a:cs typeface="Tahoma"/>
              </a:rPr>
              <a:t>Ahmed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B.Tech</a:t>
            </a:r>
            <a:r>
              <a:rPr dirty="0" sz="14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25">
                <a:solidFill>
                  <a:srgbClr val="646B7D"/>
                </a:solidFill>
                <a:latin typeface="Tahoma"/>
                <a:cs typeface="Tahoma"/>
              </a:rPr>
              <a:t>CSE</a:t>
            </a:r>
            <a:r>
              <a:rPr dirty="0" sz="14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646B7D"/>
                </a:solidFill>
                <a:latin typeface="Tahoma"/>
                <a:cs typeface="Tahoma"/>
              </a:rPr>
              <a:t>(AI)</a:t>
            </a:r>
            <a:r>
              <a:rPr dirty="0" sz="14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9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4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46B7D"/>
                </a:solidFill>
                <a:latin typeface="Tahoma"/>
                <a:cs typeface="Tahoma"/>
              </a:rPr>
              <a:t>AI</a:t>
            </a:r>
            <a:r>
              <a:rPr dirty="0" sz="1400" spc="-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646B7D"/>
                </a:solidFill>
                <a:latin typeface="Tahoma"/>
                <a:cs typeface="Tahoma"/>
              </a:rPr>
              <a:t>&amp;</a:t>
            </a:r>
            <a:r>
              <a:rPr dirty="0" sz="14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46B7D"/>
                </a:solidFill>
                <a:latin typeface="Tahoma"/>
                <a:cs typeface="Tahoma"/>
              </a:rPr>
              <a:t>agentic</a:t>
            </a:r>
            <a:r>
              <a:rPr dirty="0" sz="1400" spc="-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>
                <a:solidFill>
                  <a:srgbClr val="646B7D"/>
                </a:solidFill>
                <a:latin typeface="Tahoma"/>
                <a:cs typeface="Tahoma"/>
              </a:rPr>
              <a:t>systems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66799" y="9534524"/>
            <a:ext cx="16154400" cy="9525"/>
          </a:xfrm>
          <a:custGeom>
            <a:avLst/>
            <a:gdLst/>
            <a:ahLst/>
            <a:cxnLst/>
            <a:rect l="l" t="t" r="r" b="b"/>
            <a:pathLst>
              <a:path w="16154400" h="9525">
                <a:moveTo>
                  <a:pt x="16154398" y="9524"/>
                </a:moveTo>
                <a:lnTo>
                  <a:pt x="0" y="9524"/>
                </a:lnTo>
                <a:lnTo>
                  <a:pt x="0" y="0"/>
                </a:lnTo>
                <a:lnTo>
                  <a:pt x="16154398" y="0"/>
                </a:lnTo>
                <a:lnTo>
                  <a:pt x="16154398" y="9524"/>
                </a:lnTo>
                <a:close/>
              </a:path>
            </a:pathLst>
          </a:custGeom>
          <a:solidFill>
            <a:srgbClr val="E3D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54100" y="9674225"/>
            <a:ext cx="324421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Self-</a:t>
            </a:r>
            <a:r>
              <a:rPr dirty="0" sz="1250" spc="-50" b="1">
                <a:solidFill>
                  <a:srgbClr val="2A3653"/>
                </a:solidFill>
                <a:latin typeface="Tahoma"/>
                <a:cs typeface="Tahoma"/>
              </a:rPr>
              <a:t>Improving</a:t>
            </a:r>
            <a:r>
              <a:rPr dirty="0" sz="1250" spc="-3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250" spc="-9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Agent</a:t>
            </a:r>
            <a:r>
              <a:rPr dirty="0" sz="1250" spc="1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· </a:t>
            </a:r>
            <a:r>
              <a:rPr dirty="0" sz="1250" spc="45">
                <a:solidFill>
                  <a:srgbClr val="646B7D"/>
                </a:solidFill>
                <a:latin typeface="Tahoma"/>
                <a:cs typeface="Tahoma"/>
              </a:rPr>
              <a:t>Problem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065250" y="9683750"/>
            <a:ext cx="317055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646B7D"/>
                </a:solidFill>
                <a:latin typeface="Courier New"/>
                <a:cs typeface="Courier New"/>
              </a:rPr>
              <a:t>asad-research-</a:t>
            </a:r>
            <a:r>
              <a:rPr dirty="0" sz="1250" spc="-10">
                <a:solidFill>
                  <a:srgbClr val="646B7D"/>
                </a:solidFill>
                <a:latin typeface="Courier New"/>
                <a:cs typeface="Courier New"/>
              </a:rPr>
              <a:t>agent.streamlit.app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857249"/>
            <a:ext cx="133349" cy="1333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0799" y="787400"/>
            <a:ext cx="566991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5" b="1">
                <a:solidFill>
                  <a:srgbClr val="646B7D"/>
                </a:solidFill>
                <a:latin typeface="Tahoma"/>
                <a:cs typeface="Tahoma"/>
              </a:rPr>
              <a:t>RC</a:t>
            </a:r>
            <a:r>
              <a:rPr dirty="0" sz="1400" spc="-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U</a:t>
            </a:r>
            <a:r>
              <a:rPr dirty="0" sz="1400" spc="-204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RE</a:t>
            </a:r>
            <a:r>
              <a:rPr dirty="0" sz="1400" spc="41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400" spc="3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90" b="1">
                <a:solidFill>
                  <a:srgbClr val="646B7D"/>
                </a:solidFill>
                <a:latin typeface="Tahoma"/>
                <a:cs typeface="Tahoma"/>
              </a:rPr>
              <a:t>NG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G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0" b="1">
                <a:solidFill>
                  <a:srgbClr val="646B7D"/>
                </a:solidFill>
                <a:latin typeface="Tahoma"/>
                <a:cs typeface="Tahoma"/>
              </a:rPr>
              <a:t>RA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,</a:t>
            </a:r>
            <a:r>
              <a:rPr dirty="0" sz="1400" spc="3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O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0" b="1">
                <a:solidFill>
                  <a:srgbClr val="646B7D"/>
                </a:solidFill>
                <a:latin typeface="Tahoma"/>
                <a:cs typeface="Tahoma"/>
              </a:rPr>
              <a:t>NE</a:t>
            </a:r>
            <a:r>
              <a:rPr dirty="0" sz="1400" spc="41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90" b="1">
                <a:solidFill>
                  <a:srgbClr val="646B7D"/>
                </a:solidFill>
                <a:latin typeface="Tahoma"/>
                <a:cs typeface="Tahoma"/>
              </a:rPr>
              <a:t>SH</a:t>
            </a:r>
            <a:r>
              <a:rPr dirty="0" sz="1400" spc="-22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RE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D</a:t>
            </a:r>
            <a:r>
              <a:rPr dirty="0" sz="1400" spc="4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40" b="1">
                <a:solidFill>
                  <a:srgbClr val="646B7D"/>
                </a:solidFill>
                <a:latin typeface="Tahoma"/>
                <a:cs typeface="Tahoma"/>
              </a:rPr>
              <a:t>STAT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75075" y="787400"/>
            <a:ext cx="7626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02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/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/>
              <a:t>Plan</a:t>
            </a:r>
            <a:r>
              <a:rPr dirty="0" spc="-120"/>
              <a:t> 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dirty="0" spc="-275">
                <a:latin typeface="Times New Roman"/>
                <a:cs typeface="Times New Roman"/>
              </a:rPr>
              <a:t> </a:t>
            </a:r>
            <a:r>
              <a:rPr dirty="0"/>
              <a:t>research</a:t>
            </a:r>
            <a:r>
              <a:rPr dirty="0" spc="-114"/>
              <a:t> 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dirty="0" spc="-275">
                <a:latin typeface="Times New Roman"/>
                <a:cs typeface="Times New Roman"/>
              </a:rPr>
              <a:t> </a:t>
            </a:r>
            <a:r>
              <a:rPr dirty="0"/>
              <a:t>write</a:t>
            </a:r>
            <a:r>
              <a:rPr dirty="0" spc="-140"/>
              <a:t> 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dirty="0" spc="-275">
                <a:latin typeface="Times New Roman"/>
                <a:cs typeface="Times New Roman"/>
              </a:rPr>
              <a:t> </a:t>
            </a:r>
            <a:r>
              <a:rPr dirty="0"/>
              <a:t>review</a:t>
            </a:r>
            <a:r>
              <a:rPr dirty="0" spc="-114"/>
              <a:t> 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dirty="0" spc="-275">
                <a:latin typeface="Times New Roman"/>
                <a:cs typeface="Times New Roman"/>
              </a:rPr>
              <a:t> </a:t>
            </a:r>
            <a:r>
              <a:rPr dirty="0" spc="40" i="1">
                <a:solidFill>
                  <a:srgbClr val="0C7967"/>
                </a:solidFill>
                <a:latin typeface="Cambria"/>
                <a:cs typeface="Cambria"/>
              </a:rPr>
              <a:t>lcavn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4100" y="2130425"/>
            <a:ext cx="9451975" cy="288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10">
                <a:solidFill>
                  <a:srgbClr val="2A3653"/>
                </a:solidFill>
                <a:latin typeface="Tahoma"/>
                <a:cs typeface="Tahoma"/>
              </a:rPr>
              <a:t>One</a:t>
            </a:r>
            <a:r>
              <a:rPr dirty="0" sz="1700" spc="-1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2A3653"/>
                </a:solidFill>
                <a:latin typeface="Tahoma"/>
                <a:cs typeface="Tahoma"/>
              </a:rPr>
              <a:t>shared</a:t>
            </a:r>
            <a:r>
              <a:rPr dirty="0" sz="1700" spc="-8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2A3653"/>
                </a:solidFill>
                <a:latin typeface="Tahoma"/>
                <a:cs typeface="Tahoma"/>
              </a:rPr>
              <a:t>state</a:t>
            </a:r>
            <a:r>
              <a:rPr dirty="0" sz="1700" spc="-10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2A3653"/>
                </a:solidFill>
                <a:latin typeface="Tahoma"/>
                <a:cs typeface="Tahoma"/>
              </a:rPr>
              <a:t>across</a:t>
            </a:r>
            <a:r>
              <a:rPr dirty="0" sz="1700" spc="-9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2A3653"/>
                </a:solidFill>
                <a:latin typeface="Tahoma"/>
                <a:cs typeface="Tahoma"/>
              </a:rPr>
              <a:t>every</a:t>
            </a:r>
            <a:r>
              <a:rPr dirty="0" sz="1700" spc="-7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2A3653"/>
                </a:solidFill>
                <a:latin typeface="Tahoma"/>
                <a:cs typeface="Tahoma"/>
              </a:rPr>
              <a:t>node.</a:t>
            </a:r>
            <a:r>
              <a:rPr dirty="0" sz="1700" spc="-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105">
                <a:solidFill>
                  <a:srgbClr val="2A3653"/>
                </a:solidFill>
                <a:latin typeface="Tahoma"/>
                <a:cs typeface="Tahoma"/>
              </a:rPr>
              <a:t>The</a:t>
            </a:r>
            <a:r>
              <a:rPr dirty="0" sz="1700" spc="-10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95">
                <a:solidFill>
                  <a:srgbClr val="2A3653"/>
                </a:solidFill>
                <a:latin typeface="Tahoma"/>
                <a:cs typeface="Tahoma"/>
              </a:rPr>
              <a:t>critic</a:t>
            </a:r>
            <a:r>
              <a:rPr dirty="0" sz="1700" spc="-8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2A3653"/>
                </a:solidFill>
                <a:latin typeface="Tahoma"/>
                <a:cs typeface="Tahoma"/>
              </a:rPr>
              <a:t>routes</a:t>
            </a:r>
            <a:r>
              <a:rPr dirty="0" sz="1700" spc="-9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2A3653"/>
                </a:solidFill>
                <a:latin typeface="Tahoma"/>
                <a:cs typeface="Tahoma"/>
              </a:rPr>
              <a:t>to</a:t>
            </a:r>
            <a:r>
              <a:rPr dirty="0" sz="1700" spc="-6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2A3653"/>
                </a:solidFill>
                <a:latin typeface="Tahoma"/>
                <a:cs typeface="Tahoma"/>
              </a:rPr>
              <a:t>more</a:t>
            </a:r>
            <a:r>
              <a:rPr dirty="0" sz="1700" spc="-10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2A3653"/>
                </a:solidFill>
                <a:latin typeface="Tahoma"/>
                <a:cs typeface="Tahoma"/>
              </a:rPr>
              <a:t>research,</a:t>
            </a:r>
            <a:r>
              <a:rPr dirty="0" sz="1700" spc="-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700" spc="-6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2A3653"/>
                </a:solidFill>
                <a:latin typeface="Tahoma"/>
                <a:cs typeface="Tahoma"/>
              </a:rPr>
              <a:t>rewrite,</a:t>
            </a:r>
            <a:r>
              <a:rPr dirty="0" sz="1700" spc="-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2A3653"/>
                </a:solidFill>
                <a:latin typeface="Tahoma"/>
                <a:cs typeface="Tahoma"/>
              </a:rPr>
              <a:t>or</a:t>
            </a:r>
            <a:r>
              <a:rPr dirty="0" sz="1700" spc="-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2A3653"/>
                </a:solidFill>
                <a:latin typeface="Tahoma"/>
                <a:cs typeface="Tahoma"/>
              </a:rPr>
              <a:t>done.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799" y="2619374"/>
            <a:ext cx="16154398" cy="60578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75142" y="3623379"/>
            <a:ext cx="17818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30" b="1">
                <a:solidFill>
                  <a:srgbClr val="3345C3"/>
                </a:solidFill>
                <a:latin typeface="Tahoma"/>
                <a:cs typeface="Tahoma"/>
              </a:rPr>
              <a:t>1</a:t>
            </a:r>
            <a:r>
              <a:rPr dirty="0" sz="1050" spc="140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3345C3"/>
                </a:solidFill>
                <a:latin typeface="Tahoma"/>
                <a:cs typeface="Tahoma"/>
              </a:rPr>
              <a:t>·</a:t>
            </a:r>
            <a:r>
              <a:rPr dirty="0" sz="1050" spc="204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60" b="1">
                <a:solidFill>
                  <a:srgbClr val="3345C3"/>
                </a:solidFill>
                <a:latin typeface="Tahoma"/>
                <a:cs typeface="Tahoma"/>
              </a:rPr>
              <a:t>PL</a:t>
            </a:r>
            <a:r>
              <a:rPr dirty="0" sz="1050" spc="-17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135" b="1">
                <a:solidFill>
                  <a:srgbClr val="3345C3"/>
                </a:solidFill>
                <a:latin typeface="Tahoma"/>
                <a:cs typeface="Tahoma"/>
              </a:rPr>
              <a:t>6</a:t>
            </a:r>
            <a:r>
              <a:rPr dirty="0" sz="1050" spc="-14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3345C3"/>
                </a:solidFill>
                <a:latin typeface="Tahoma"/>
                <a:cs typeface="Tahoma"/>
              </a:rPr>
              <a:t>N</a:t>
            </a:r>
            <a:r>
              <a:rPr dirty="0" sz="1050" spc="185" b="1">
                <a:solidFill>
                  <a:srgbClr val="3345C3"/>
                </a:solidFill>
                <a:latin typeface="Tahoma"/>
                <a:cs typeface="Tahoma"/>
              </a:rPr>
              <a:t> s</a:t>
            </a:r>
            <a:r>
              <a:rPr dirty="0" sz="1050" spc="21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3345C3"/>
                </a:solidFill>
                <a:latin typeface="Tahoma"/>
                <a:cs typeface="Tahoma"/>
              </a:rPr>
              <a:t>RE</a:t>
            </a:r>
            <a:r>
              <a:rPr dirty="0" sz="1050" spc="-14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70" b="1">
                <a:solidFill>
                  <a:srgbClr val="3345C3"/>
                </a:solidFill>
                <a:latin typeface="Tahoma"/>
                <a:cs typeface="Tahoma"/>
              </a:rPr>
              <a:t>SE</a:t>
            </a:r>
            <a:r>
              <a:rPr dirty="0" sz="1050" spc="-14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135" b="1">
                <a:solidFill>
                  <a:srgbClr val="3345C3"/>
                </a:solidFill>
                <a:latin typeface="Tahoma"/>
                <a:cs typeface="Tahoma"/>
              </a:rPr>
              <a:t>6</a:t>
            </a:r>
            <a:r>
              <a:rPr dirty="0" sz="1050" spc="-145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70" b="1">
                <a:solidFill>
                  <a:srgbClr val="3345C3"/>
                </a:solidFill>
                <a:latin typeface="Tahoma"/>
                <a:cs typeface="Tahoma"/>
              </a:rPr>
              <a:t>RC</a:t>
            </a:r>
            <a:r>
              <a:rPr dirty="0" sz="1050" spc="-140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-50" b="1">
                <a:solidFill>
                  <a:srgbClr val="3345C3"/>
                </a:solidFill>
                <a:latin typeface="Tahoma"/>
                <a:cs typeface="Tahoma"/>
              </a:rPr>
              <a:t>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0258" y="3623379"/>
            <a:ext cx="167005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2</a:t>
            </a:r>
            <a:r>
              <a:rPr dirty="0" sz="1050" spc="21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·</a:t>
            </a:r>
            <a:r>
              <a:rPr dirty="0" sz="1050" spc="240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W</a:t>
            </a:r>
            <a:r>
              <a:rPr dirty="0" sz="1050" spc="-15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-85" b="1">
                <a:solidFill>
                  <a:srgbClr val="A76A04"/>
                </a:solidFill>
                <a:latin typeface="Tahoma"/>
                <a:cs typeface="Tahoma"/>
              </a:rPr>
              <a:t>RI</a:t>
            </a:r>
            <a:r>
              <a:rPr dirty="0" sz="1050" spc="-16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80" b="1">
                <a:solidFill>
                  <a:srgbClr val="A76A04"/>
                </a:solidFill>
                <a:latin typeface="Tahoma"/>
                <a:cs typeface="Tahoma"/>
              </a:rPr>
              <a:t>T</a:t>
            </a:r>
            <a:r>
              <a:rPr dirty="0" sz="1050" spc="-130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E</a:t>
            </a:r>
            <a:r>
              <a:rPr dirty="0" sz="1050" spc="24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185" b="1">
                <a:solidFill>
                  <a:srgbClr val="A76A04"/>
                </a:solidFill>
                <a:latin typeface="Tahoma"/>
                <a:cs typeface="Tahoma"/>
              </a:rPr>
              <a:t>s</a:t>
            </a:r>
            <a:r>
              <a:rPr dirty="0" sz="1050" spc="24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RE</a:t>
            </a:r>
            <a:r>
              <a:rPr dirty="0" sz="1050" spc="-140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90" b="1">
                <a:solidFill>
                  <a:srgbClr val="A76A04"/>
                </a:solidFill>
                <a:latin typeface="Tahoma"/>
                <a:cs typeface="Tahoma"/>
              </a:rPr>
              <a:t>V</a:t>
            </a:r>
            <a:r>
              <a:rPr dirty="0" sz="1050" spc="-13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-220" b="1">
                <a:solidFill>
                  <a:srgbClr val="A76A04"/>
                </a:solidFill>
                <a:latin typeface="Tahoma"/>
                <a:cs typeface="Tahoma"/>
              </a:rPr>
              <a:t>I</a:t>
            </a:r>
            <a:r>
              <a:rPr dirty="0" sz="1050" spc="-165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76A04"/>
                </a:solidFill>
                <a:latin typeface="Tahoma"/>
                <a:cs typeface="Tahoma"/>
              </a:rPr>
              <a:t>E</a:t>
            </a:r>
            <a:r>
              <a:rPr dirty="0" sz="1050" spc="-140" b="1">
                <a:solidFill>
                  <a:srgbClr val="A76A04"/>
                </a:solidFill>
                <a:latin typeface="Tahoma"/>
                <a:cs typeface="Tahoma"/>
              </a:rPr>
              <a:t> </a:t>
            </a:r>
            <a:r>
              <a:rPr dirty="0" sz="1050" spc="-60" b="1">
                <a:solidFill>
                  <a:srgbClr val="A76A04"/>
                </a:solidFill>
                <a:latin typeface="Tahoma"/>
                <a:cs typeface="Tahoma"/>
              </a:rPr>
              <a:t>W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9971" y="3623379"/>
            <a:ext cx="8197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0C7967"/>
                </a:solidFill>
                <a:latin typeface="Tahoma"/>
                <a:cs typeface="Tahoma"/>
              </a:rPr>
              <a:t>3</a:t>
            </a:r>
            <a:r>
              <a:rPr dirty="0" sz="1050" spc="190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0C7967"/>
                </a:solidFill>
                <a:latin typeface="Tahoma"/>
                <a:cs typeface="Tahoma"/>
              </a:rPr>
              <a:t>·</a:t>
            </a:r>
            <a:r>
              <a:rPr dirty="0" sz="1050" spc="22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0C7967"/>
                </a:solidFill>
                <a:latin typeface="Tahoma"/>
                <a:cs typeface="Tahoma"/>
              </a:rPr>
              <a:t>L</a:t>
            </a:r>
            <a:r>
              <a:rPr dirty="0" sz="1050" spc="-17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0C7967"/>
                </a:solidFill>
                <a:latin typeface="Tahoma"/>
                <a:cs typeface="Tahoma"/>
              </a:rPr>
              <a:t>E</a:t>
            </a:r>
            <a:r>
              <a:rPr dirty="0" sz="1050" spc="-14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050" spc="75" b="1">
                <a:solidFill>
                  <a:srgbClr val="0C7967"/>
                </a:solidFill>
                <a:latin typeface="Tahoma"/>
                <a:cs typeface="Tahoma"/>
              </a:rPr>
              <a:t>A</a:t>
            </a:r>
            <a:r>
              <a:rPr dirty="0" sz="1050" spc="-140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050" spc="-25" b="1">
                <a:solidFill>
                  <a:srgbClr val="0C7967"/>
                </a:solidFill>
                <a:latin typeface="Tahoma"/>
                <a:cs typeface="Tahoma"/>
              </a:rPr>
              <a:t>RN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12088" y="2986352"/>
            <a:ext cx="10692765" cy="1276985"/>
            <a:chOff x="3912088" y="2986352"/>
            <a:chExt cx="10692765" cy="1276985"/>
          </a:xfrm>
        </p:grpSpPr>
        <p:sp>
          <p:nvSpPr>
            <p:cNvPr id="12" name="object 12"/>
            <p:cNvSpPr/>
            <p:nvPr/>
          </p:nvSpPr>
          <p:spPr>
            <a:xfrm>
              <a:off x="4021891" y="3132756"/>
              <a:ext cx="10568940" cy="1116330"/>
            </a:xfrm>
            <a:custGeom>
              <a:avLst/>
              <a:gdLst/>
              <a:ahLst/>
              <a:cxnLst/>
              <a:rect l="l" t="t" r="r" b="b"/>
              <a:pathLst>
                <a:path w="10568940" h="1116329">
                  <a:moveTo>
                    <a:pt x="10568533" y="1116329"/>
                  </a:moveTo>
                  <a:lnTo>
                    <a:pt x="10568533" y="0"/>
                  </a:lnTo>
                  <a:lnTo>
                    <a:pt x="0" y="0"/>
                  </a:lnTo>
                  <a:lnTo>
                    <a:pt x="0" y="786921"/>
                  </a:lnTo>
                </a:path>
              </a:pathLst>
            </a:custGeom>
            <a:ln w="27450">
              <a:solidFill>
                <a:srgbClr val="0C79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912082" y="2986353"/>
              <a:ext cx="7155815" cy="955675"/>
            </a:xfrm>
            <a:custGeom>
              <a:avLst/>
              <a:gdLst/>
              <a:ahLst/>
              <a:cxnLst/>
              <a:rect l="l" t="t" r="r" b="b"/>
              <a:pathLst>
                <a:path w="7155815" h="955675">
                  <a:moveTo>
                    <a:pt x="219608" y="735685"/>
                  </a:moveTo>
                  <a:lnTo>
                    <a:pt x="0" y="735685"/>
                  </a:lnTo>
                  <a:lnTo>
                    <a:pt x="109804" y="955294"/>
                  </a:lnTo>
                  <a:lnTo>
                    <a:pt x="219608" y="735685"/>
                  </a:lnTo>
                  <a:close/>
                </a:path>
                <a:path w="7155815" h="955675">
                  <a:moveTo>
                    <a:pt x="7155497" y="146405"/>
                  </a:moveTo>
                  <a:lnTo>
                    <a:pt x="7149185" y="103911"/>
                  </a:lnTo>
                  <a:lnTo>
                    <a:pt x="7130821" y="65074"/>
                  </a:lnTo>
                  <a:lnTo>
                    <a:pt x="7101967" y="33235"/>
                  </a:lnTo>
                  <a:lnTo>
                    <a:pt x="7065111" y="11150"/>
                  </a:lnTo>
                  <a:lnTo>
                    <a:pt x="7023443" y="711"/>
                  </a:lnTo>
                  <a:lnTo>
                    <a:pt x="7009092" y="0"/>
                  </a:lnTo>
                  <a:lnTo>
                    <a:pt x="2726779" y="0"/>
                  </a:lnTo>
                  <a:lnTo>
                    <a:pt x="2684272" y="6311"/>
                  </a:lnTo>
                  <a:lnTo>
                    <a:pt x="2645435" y="24676"/>
                  </a:lnTo>
                  <a:lnTo>
                    <a:pt x="2613596" y="53530"/>
                  </a:lnTo>
                  <a:lnTo>
                    <a:pt x="2591511" y="90385"/>
                  </a:lnTo>
                  <a:lnTo>
                    <a:pt x="2581071" y="132054"/>
                  </a:lnTo>
                  <a:lnTo>
                    <a:pt x="2580373" y="146405"/>
                  </a:lnTo>
                  <a:lnTo>
                    <a:pt x="2580551" y="153606"/>
                  </a:lnTo>
                  <a:lnTo>
                    <a:pt x="2588920" y="195719"/>
                  </a:lnTo>
                  <a:lnTo>
                    <a:pt x="2609189" y="233629"/>
                  </a:lnTo>
                  <a:lnTo>
                    <a:pt x="2639555" y="263994"/>
                  </a:lnTo>
                  <a:lnTo>
                    <a:pt x="2677452" y="284264"/>
                  </a:lnTo>
                  <a:lnTo>
                    <a:pt x="2719578" y="292633"/>
                  </a:lnTo>
                  <a:lnTo>
                    <a:pt x="2726779" y="292811"/>
                  </a:lnTo>
                  <a:lnTo>
                    <a:pt x="7009092" y="292811"/>
                  </a:lnTo>
                  <a:lnTo>
                    <a:pt x="7051586" y="286512"/>
                  </a:lnTo>
                  <a:lnTo>
                    <a:pt x="7090423" y="268135"/>
                  </a:lnTo>
                  <a:lnTo>
                    <a:pt x="7122261" y="239293"/>
                  </a:lnTo>
                  <a:lnTo>
                    <a:pt x="7144347" y="202438"/>
                  </a:lnTo>
                  <a:lnTo>
                    <a:pt x="7154786" y="160756"/>
                  </a:lnTo>
                  <a:lnTo>
                    <a:pt x="7155497" y="146405"/>
                  </a:lnTo>
                  <a:close/>
                </a:path>
              </a:pathLst>
            </a:custGeom>
            <a:solidFill>
              <a:srgbClr val="0C79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086099" y="3019274"/>
            <a:ext cx="33921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b="1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dirty="0" sz="11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65" b="1">
                <a:solidFill>
                  <a:srgbClr val="FFFFFF"/>
                </a:solidFill>
                <a:latin typeface="Tahoma"/>
                <a:cs typeface="Tahoma"/>
              </a:rPr>
              <a:t>run:</a:t>
            </a:r>
            <a:r>
              <a:rPr dirty="0" sz="1150" spc="-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Tahoma"/>
                <a:cs typeface="Tahoma"/>
              </a:rPr>
              <a:t>lessons</a:t>
            </a:r>
            <a:r>
              <a:rPr dirty="0" sz="11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175" b="1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115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50" b="1">
                <a:solidFill>
                  <a:srgbClr val="FFFFFF"/>
                </a:solidFill>
                <a:latin typeface="Tahoma"/>
                <a:cs typeface="Tahoma"/>
              </a:rPr>
              <a:t>trusted</a:t>
            </a:r>
            <a:r>
              <a:rPr dirty="0" sz="115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Tahoma"/>
                <a:cs typeface="Tahoma"/>
              </a:rPr>
              <a:t>URLs</a:t>
            </a:r>
            <a:r>
              <a:rPr dirty="0" sz="11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b="1">
                <a:solidFill>
                  <a:srgbClr val="FFFFFF"/>
                </a:solidFill>
                <a:latin typeface="Tahoma"/>
                <a:cs typeface="Tahoma"/>
              </a:rPr>
              <a:t>go</a:t>
            </a:r>
            <a:r>
              <a:rPr dirty="0" sz="115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65" b="1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dirty="0" sz="11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70" b="1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15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20" b="1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25123" y="3928771"/>
            <a:ext cx="2580640" cy="659130"/>
            <a:chOff x="1725123" y="3928771"/>
            <a:chExt cx="2580640" cy="659130"/>
          </a:xfrm>
        </p:grpSpPr>
        <p:sp>
          <p:nvSpPr>
            <p:cNvPr id="16" name="object 16"/>
            <p:cNvSpPr/>
            <p:nvPr/>
          </p:nvSpPr>
          <p:spPr>
            <a:xfrm>
              <a:off x="1734330" y="3937978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4">
                  <a:moveTo>
                    <a:pt x="2442376" y="640517"/>
                  </a:moveTo>
                  <a:lnTo>
                    <a:pt x="119692" y="640517"/>
                  </a:lnTo>
                  <a:lnTo>
                    <a:pt x="111361" y="639696"/>
                  </a:lnTo>
                  <a:lnTo>
                    <a:pt x="71309" y="627546"/>
                  </a:lnTo>
                  <a:lnTo>
                    <a:pt x="31572" y="597048"/>
                  </a:lnTo>
                  <a:lnTo>
                    <a:pt x="6532" y="553665"/>
                  </a:lnTo>
                  <a:lnTo>
                    <a:pt x="0" y="520825"/>
                  </a:lnTo>
                  <a:lnTo>
                    <a:pt x="0" y="119691"/>
                  </a:lnTo>
                  <a:lnTo>
                    <a:pt x="12970" y="71309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2442376" y="0"/>
                  </a:lnTo>
                  <a:lnTo>
                    <a:pt x="2490758" y="12970"/>
                  </a:lnTo>
                  <a:lnTo>
                    <a:pt x="2530495" y="43468"/>
                  </a:lnTo>
                  <a:lnTo>
                    <a:pt x="2555535" y="86851"/>
                  </a:lnTo>
                  <a:lnTo>
                    <a:pt x="2562068" y="119691"/>
                  </a:lnTo>
                  <a:lnTo>
                    <a:pt x="2562068" y="520825"/>
                  </a:lnTo>
                  <a:lnTo>
                    <a:pt x="2549098" y="569207"/>
                  </a:lnTo>
                  <a:lnTo>
                    <a:pt x="2518600" y="608944"/>
                  </a:lnTo>
                  <a:lnTo>
                    <a:pt x="2475216" y="633984"/>
                  </a:lnTo>
                  <a:lnTo>
                    <a:pt x="2450707" y="639696"/>
                  </a:lnTo>
                  <a:lnTo>
                    <a:pt x="2442376" y="6405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34330" y="3937978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4">
                  <a:moveTo>
                    <a:pt x="128103" y="0"/>
                  </a:moveTo>
                  <a:lnTo>
                    <a:pt x="2433965" y="0"/>
                  </a:lnTo>
                  <a:lnTo>
                    <a:pt x="2442376" y="0"/>
                  </a:lnTo>
                  <a:lnTo>
                    <a:pt x="2450707" y="820"/>
                  </a:lnTo>
                  <a:lnTo>
                    <a:pt x="2458956" y="2461"/>
                  </a:lnTo>
                  <a:lnTo>
                    <a:pt x="2467206" y="4102"/>
                  </a:lnTo>
                  <a:lnTo>
                    <a:pt x="2475216" y="6532"/>
                  </a:lnTo>
                  <a:lnTo>
                    <a:pt x="2482987" y="9751"/>
                  </a:lnTo>
                  <a:lnTo>
                    <a:pt x="2490758" y="12970"/>
                  </a:lnTo>
                  <a:lnTo>
                    <a:pt x="2498141" y="16916"/>
                  </a:lnTo>
                  <a:lnTo>
                    <a:pt x="2505135" y="21589"/>
                  </a:lnTo>
                  <a:lnTo>
                    <a:pt x="2512129" y="26262"/>
                  </a:lnTo>
                  <a:lnTo>
                    <a:pt x="2540478" y="56932"/>
                  </a:lnTo>
                  <a:lnTo>
                    <a:pt x="2557965" y="94861"/>
                  </a:lnTo>
                  <a:lnTo>
                    <a:pt x="2562068" y="128103"/>
                  </a:lnTo>
                  <a:lnTo>
                    <a:pt x="2562068" y="512413"/>
                  </a:lnTo>
                  <a:lnTo>
                    <a:pt x="2562068" y="520825"/>
                  </a:lnTo>
                  <a:lnTo>
                    <a:pt x="2561248" y="529155"/>
                  </a:lnTo>
                  <a:lnTo>
                    <a:pt x="2559606" y="537405"/>
                  </a:lnTo>
                  <a:lnTo>
                    <a:pt x="2557965" y="545655"/>
                  </a:lnTo>
                  <a:lnTo>
                    <a:pt x="2540478" y="583583"/>
                  </a:lnTo>
                  <a:lnTo>
                    <a:pt x="2535805" y="590577"/>
                  </a:lnTo>
                  <a:lnTo>
                    <a:pt x="2505135" y="618927"/>
                  </a:lnTo>
                  <a:lnTo>
                    <a:pt x="2498141" y="623600"/>
                  </a:lnTo>
                  <a:lnTo>
                    <a:pt x="2490758" y="627546"/>
                  </a:lnTo>
                  <a:lnTo>
                    <a:pt x="2482987" y="630765"/>
                  </a:lnTo>
                  <a:lnTo>
                    <a:pt x="2475216" y="633984"/>
                  </a:lnTo>
                  <a:lnTo>
                    <a:pt x="2467206" y="636414"/>
                  </a:lnTo>
                  <a:lnTo>
                    <a:pt x="2458956" y="638055"/>
                  </a:lnTo>
                  <a:lnTo>
                    <a:pt x="2450707" y="639696"/>
                  </a:lnTo>
                  <a:lnTo>
                    <a:pt x="2442376" y="640517"/>
                  </a:lnTo>
                  <a:lnTo>
                    <a:pt x="2433965" y="640517"/>
                  </a:lnTo>
                  <a:lnTo>
                    <a:pt x="128103" y="640517"/>
                  </a:lnTo>
                  <a:lnTo>
                    <a:pt x="119692" y="640517"/>
                  </a:lnTo>
                  <a:lnTo>
                    <a:pt x="111361" y="639696"/>
                  </a:lnTo>
                  <a:lnTo>
                    <a:pt x="103111" y="638055"/>
                  </a:lnTo>
                  <a:lnTo>
                    <a:pt x="94861" y="636414"/>
                  </a:lnTo>
                  <a:lnTo>
                    <a:pt x="56932" y="618927"/>
                  </a:lnTo>
                  <a:lnTo>
                    <a:pt x="26262" y="590577"/>
                  </a:lnTo>
                  <a:lnTo>
                    <a:pt x="21589" y="583583"/>
                  </a:lnTo>
                  <a:lnTo>
                    <a:pt x="16916" y="576590"/>
                  </a:lnTo>
                  <a:lnTo>
                    <a:pt x="12970" y="569207"/>
                  </a:lnTo>
                  <a:lnTo>
                    <a:pt x="9751" y="561436"/>
                  </a:lnTo>
                  <a:lnTo>
                    <a:pt x="6532" y="553665"/>
                  </a:lnTo>
                  <a:lnTo>
                    <a:pt x="4102" y="545655"/>
                  </a:lnTo>
                  <a:lnTo>
                    <a:pt x="2461" y="537405"/>
                  </a:lnTo>
                  <a:lnTo>
                    <a:pt x="820" y="529155"/>
                  </a:lnTo>
                  <a:lnTo>
                    <a:pt x="0" y="520825"/>
                  </a:lnTo>
                  <a:lnTo>
                    <a:pt x="0" y="512413"/>
                  </a:lnTo>
                  <a:lnTo>
                    <a:pt x="0" y="128103"/>
                  </a:lnTo>
                  <a:lnTo>
                    <a:pt x="0" y="119691"/>
                  </a:lnTo>
                  <a:lnTo>
                    <a:pt x="820" y="111361"/>
                  </a:lnTo>
                  <a:lnTo>
                    <a:pt x="2461" y="103111"/>
                  </a:lnTo>
                  <a:lnTo>
                    <a:pt x="4102" y="94861"/>
                  </a:lnTo>
                  <a:lnTo>
                    <a:pt x="21589" y="56932"/>
                  </a:lnTo>
                  <a:lnTo>
                    <a:pt x="37520" y="37520"/>
                  </a:lnTo>
                  <a:lnTo>
                    <a:pt x="43468" y="31572"/>
                  </a:lnTo>
                  <a:lnTo>
                    <a:pt x="79080" y="9751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18300">
              <a:solidFill>
                <a:srgbClr val="3345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922804" y="3954416"/>
            <a:ext cx="1677670" cy="5187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15203A"/>
                </a:solidFill>
                <a:latin typeface="Tahoma"/>
                <a:cs typeface="Tahoma"/>
              </a:rPr>
              <a:t>recall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memory</a:t>
            </a:r>
            <a:r>
              <a:rPr dirty="0" sz="11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646B7D"/>
                </a:solidFill>
                <a:latin typeface="Tahoma"/>
                <a:cs typeface="Tahoma"/>
              </a:rPr>
              <a:t>lookup</a:t>
            </a:r>
            <a:r>
              <a:rPr dirty="0" sz="11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1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no</a:t>
            </a:r>
            <a:r>
              <a:rPr dirty="0" sz="11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646B7D"/>
                </a:solidFill>
                <a:latin typeface="Tahoma"/>
                <a:cs typeface="Tahoma"/>
              </a:rPr>
              <a:t>LLM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25123" y="4898696"/>
            <a:ext cx="2580640" cy="659130"/>
            <a:chOff x="1725123" y="4898696"/>
            <a:chExt cx="2580640" cy="659130"/>
          </a:xfrm>
        </p:grpSpPr>
        <p:sp>
          <p:nvSpPr>
            <p:cNvPr id="20" name="object 20"/>
            <p:cNvSpPr/>
            <p:nvPr/>
          </p:nvSpPr>
          <p:spPr>
            <a:xfrm>
              <a:off x="1734330" y="4907904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4">
                  <a:moveTo>
                    <a:pt x="2442376" y="640516"/>
                  </a:moveTo>
                  <a:lnTo>
                    <a:pt x="119692" y="640516"/>
                  </a:lnTo>
                  <a:lnTo>
                    <a:pt x="111361" y="639696"/>
                  </a:lnTo>
                  <a:lnTo>
                    <a:pt x="71309" y="627546"/>
                  </a:lnTo>
                  <a:lnTo>
                    <a:pt x="31572" y="597048"/>
                  </a:lnTo>
                  <a:lnTo>
                    <a:pt x="6532" y="553665"/>
                  </a:lnTo>
                  <a:lnTo>
                    <a:pt x="0" y="520824"/>
                  </a:lnTo>
                  <a:lnTo>
                    <a:pt x="0" y="119692"/>
                  </a:lnTo>
                  <a:lnTo>
                    <a:pt x="12970" y="71309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2442376" y="0"/>
                  </a:lnTo>
                  <a:lnTo>
                    <a:pt x="2490758" y="12969"/>
                  </a:lnTo>
                  <a:lnTo>
                    <a:pt x="2530495" y="43468"/>
                  </a:lnTo>
                  <a:lnTo>
                    <a:pt x="2555535" y="86851"/>
                  </a:lnTo>
                  <a:lnTo>
                    <a:pt x="2562068" y="119692"/>
                  </a:lnTo>
                  <a:lnTo>
                    <a:pt x="2562068" y="520824"/>
                  </a:lnTo>
                  <a:lnTo>
                    <a:pt x="2549098" y="569207"/>
                  </a:lnTo>
                  <a:lnTo>
                    <a:pt x="2518600" y="608943"/>
                  </a:lnTo>
                  <a:lnTo>
                    <a:pt x="2475216" y="633984"/>
                  </a:lnTo>
                  <a:lnTo>
                    <a:pt x="2450707" y="639696"/>
                  </a:lnTo>
                  <a:lnTo>
                    <a:pt x="2442376" y="640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34330" y="4907904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4">
                  <a:moveTo>
                    <a:pt x="128103" y="0"/>
                  </a:moveTo>
                  <a:lnTo>
                    <a:pt x="2433965" y="0"/>
                  </a:lnTo>
                  <a:lnTo>
                    <a:pt x="2442376" y="0"/>
                  </a:lnTo>
                  <a:lnTo>
                    <a:pt x="2450707" y="820"/>
                  </a:lnTo>
                  <a:lnTo>
                    <a:pt x="2458956" y="2461"/>
                  </a:lnTo>
                  <a:lnTo>
                    <a:pt x="2467206" y="4102"/>
                  </a:lnTo>
                  <a:lnTo>
                    <a:pt x="2475216" y="6532"/>
                  </a:lnTo>
                  <a:lnTo>
                    <a:pt x="2482987" y="9751"/>
                  </a:lnTo>
                  <a:lnTo>
                    <a:pt x="2490758" y="12969"/>
                  </a:lnTo>
                  <a:lnTo>
                    <a:pt x="2498141" y="16915"/>
                  </a:lnTo>
                  <a:lnTo>
                    <a:pt x="2505135" y="21589"/>
                  </a:lnTo>
                  <a:lnTo>
                    <a:pt x="2512129" y="26262"/>
                  </a:lnTo>
                  <a:lnTo>
                    <a:pt x="2518600" y="31572"/>
                  </a:lnTo>
                  <a:lnTo>
                    <a:pt x="2524547" y="37520"/>
                  </a:lnTo>
                  <a:lnTo>
                    <a:pt x="2530495" y="43468"/>
                  </a:lnTo>
                  <a:lnTo>
                    <a:pt x="2535805" y="49939"/>
                  </a:lnTo>
                  <a:lnTo>
                    <a:pt x="2540478" y="56932"/>
                  </a:lnTo>
                  <a:lnTo>
                    <a:pt x="2545151" y="63926"/>
                  </a:lnTo>
                  <a:lnTo>
                    <a:pt x="2559606" y="103111"/>
                  </a:lnTo>
                  <a:lnTo>
                    <a:pt x="2562068" y="128103"/>
                  </a:lnTo>
                  <a:lnTo>
                    <a:pt x="2562068" y="512413"/>
                  </a:lnTo>
                  <a:lnTo>
                    <a:pt x="2562068" y="520824"/>
                  </a:lnTo>
                  <a:lnTo>
                    <a:pt x="2561248" y="529155"/>
                  </a:lnTo>
                  <a:lnTo>
                    <a:pt x="2559606" y="537405"/>
                  </a:lnTo>
                  <a:lnTo>
                    <a:pt x="2557965" y="545654"/>
                  </a:lnTo>
                  <a:lnTo>
                    <a:pt x="2540478" y="583583"/>
                  </a:lnTo>
                  <a:lnTo>
                    <a:pt x="2535805" y="590577"/>
                  </a:lnTo>
                  <a:lnTo>
                    <a:pt x="2505135" y="618927"/>
                  </a:lnTo>
                  <a:lnTo>
                    <a:pt x="2498141" y="623600"/>
                  </a:lnTo>
                  <a:lnTo>
                    <a:pt x="2458956" y="638055"/>
                  </a:lnTo>
                  <a:lnTo>
                    <a:pt x="2433965" y="640517"/>
                  </a:lnTo>
                  <a:lnTo>
                    <a:pt x="128103" y="640517"/>
                  </a:lnTo>
                  <a:lnTo>
                    <a:pt x="86851" y="633984"/>
                  </a:lnTo>
                  <a:lnTo>
                    <a:pt x="56932" y="618927"/>
                  </a:lnTo>
                  <a:lnTo>
                    <a:pt x="49939" y="614254"/>
                  </a:lnTo>
                  <a:lnTo>
                    <a:pt x="21589" y="583583"/>
                  </a:lnTo>
                  <a:lnTo>
                    <a:pt x="9751" y="561436"/>
                  </a:lnTo>
                  <a:lnTo>
                    <a:pt x="6532" y="553665"/>
                  </a:lnTo>
                  <a:lnTo>
                    <a:pt x="4102" y="545654"/>
                  </a:lnTo>
                  <a:lnTo>
                    <a:pt x="2461" y="537405"/>
                  </a:lnTo>
                  <a:lnTo>
                    <a:pt x="820" y="529155"/>
                  </a:lnTo>
                  <a:lnTo>
                    <a:pt x="0" y="520824"/>
                  </a:lnTo>
                  <a:lnTo>
                    <a:pt x="0" y="512413"/>
                  </a:lnTo>
                  <a:lnTo>
                    <a:pt x="0" y="128103"/>
                  </a:lnTo>
                  <a:lnTo>
                    <a:pt x="0" y="119692"/>
                  </a:lnTo>
                  <a:lnTo>
                    <a:pt x="820" y="111361"/>
                  </a:lnTo>
                  <a:lnTo>
                    <a:pt x="2461" y="103111"/>
                  </a:lnTo>
                  <a:lnTo>
                    <a:pt x="4102" y="94861"/>
                  </a:lnTo>
                  <a:lnTo>
                    <a:pt x="6532" y="86851"/>
                  </a:lnTo>
                  <a:lnTo>
                    <a:pt x="9751" y="79080"/>
                  </a:lnTo>
                  <a:lnTo>
                    <a:pt x="12970" y="71309"/>
                  </a:lnTo>
                  <a:lnTo>
                    <a:pt x="37520" y="37520"/>
                  </a:lnTo>
                  <a:lnTo>
                    <a:pt x="56932" y="21589"/>
                  </a:lnTo>
                  <a:lnTo>
                    <a:pt x="63926" y="16915"/>
                  </a:lnTo>
                  <a:lnTo>
                    <a:pt x="71309" y="12969"/>
                  </a:lnTo>
                  <a:lnTo>
                    <a:pt x="79080" y="9751"/>
                  </a:lnTo>
                  <a:lnTo>
                    <a:pt x="86851" y="6532"/>
                  </a:lnTo>
                  <a:lnTo>
                    <a:pt x="94861" y="4102"/>
                  </a:lnTo>
                  <a:lnTo>
                    <a:pt x="103111" y="2461"/>
                  </a:lnTo>
                  <a:lnTo>
                    <a:pt x="111361" y="820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18300">
              <a:solidFill>
                <a:srgbClr val="3345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922804" y="4924127"/>
            <a:ext cx="1166495" cy="5194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15203A"/>
                </a:solidFill>
                <a:latin typeface="Tahoma"/>
                <a:cs typeface="Tahoma"/>
              </a:rPr>
              <a:t>planner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task</a:t>
            </a:r>
            <a:r>
              <a:rPr dirty="0" sz="1100" spc="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6B7D"/>
                </a:solidFill>
                <a:latin typeface="Times New Roman"/>
                <a:cs typeface="Times New Roman"/>
              </a:rPr>
              <a:t>→</a:t>
            </a:r>
            <a:r>
              <a:rPr dirty="0" sz="1100" spc="95">
                <a:solidFill>
                  <a:srgbClr val="646B7D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646B7D"/>
                </a:solidFill>
                <a:latin typeface="Tahoma"/>
                <a:cs typeface="Tahoma"/>
              </a:rPr>
              <a:t>3–</a:t>
            </a:r>
            <a:r>
              <a:rPr dirty="0" sz="1100" spc="90">
                <a:solidFill>
                  <a:srgbClr val="646B7D"/>
                </a:solidFill>
                <a:latin typeface="Tahoma"/>
                <a:cs typeface="Tahoma"/>
              </a:rPr>
              <a:t>6</a:t>
            </a:r>
            <a:r>
              <a:rPr dirty="0" sz="11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steps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34330" y="5877830"/>
            <a:ext cx="2562225" cy="640715"/>
          </a:xfrm>
          <a:custGeom>
            <a:avLst/>
            <a:gdLst/>
            <a:ahLst/>
            <a:cxnLst/>
            <a:rect l="l" t="t" r="r" b="b"/>
            <a:pathLst>
              <a:path w="2562225" h="640715">
                <a:moveTo>
                  <a:pt x="2442376" y="640517"/>
                </a:moveTo>
                <a:lnTo>
                  <a:pt x="119692" y="640517"/>
                </a:lnTo>
                <a:lnTo>
                  <a:pt x="111361" y="639696"/>
                </a:lnTo>
                <a:lnTo>
                  <a:pt x="71309" y="627546"/>
                </a:lnTo>
                <a:lnTo>
                  <a:pt x="31572" y="597048"/>
                </a:lnTo>
                <a:lnTo>
                  <a:pt x="6532" y="553665"/>
                </a:lnTo>
                <a:lnTo>
                  <a:pt x="0" y="520824"/>
                </a:lnTo>
                <a:lnTo>
                  <a:pt x="0" y="119691"/>
                </a:lnTo>
                <a:lnTo>
                  <a:pt x="12970" y="71308"/>
                </a:lnTo>
                <a:lnTo>
                  <a:pt x="43468" y="31572"/>
                </a:lnTo>
                <a:lnTo>
                  <a:pt x="86851" y="6532"/>
                </a:lnTo>
                <a:lnTo>
                  <a:pt x="119692" y="0"/>
                </a:lnTo>
                <a:lnTo>
                  <a:pt x="128103" y="0"/>
                </a:lnTo>
                <a:lnTo>
                  <a:pt x="2442376" y="0"/>
                </a:lnTo>
                <a:lnTo>
                  <a:pt x="2490758" y="12970"/>
                </a:lnTo>
                <a:lnTo>
                  <a:pt x="2530495" y="43468"/>
                </a:lnTo>
                <a:lnTo>
                  <a:pt x="2555535" y="86851"/>
                </a:lnTo>
                <a:lnTo>
                  <a:pt x="2562068" y="119691"/>
                </a:lnTo>
                <a:lnTo>
                  <a:pt x="2562068" y="520824"/>
                </a:lnTo>
                <a:lnTo>
                  <a:pt x="2549098" y="569207"/>
                </a:lnTo>
                <a:lnTo>
                  <a:pt x="2518600" y="608943"/>
                </a:lnTo>
                <a:lnTo>
                  <a:pt x="2475216" y="633984"/>
                </a:lnTo>
                <a:lnTo>
                  <a:pt x="2450707" y="639696"/>
                </a:lnTo>
                <a:lnTo>
                  <a:pt x="2442376" y="640517"/>
                </a:lnTo>
                <a:close/>
              </a:path>
            </a:pathLst>
          </a:custGeom>
          <a:solidFill>
            <a:srgbClr val="3345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22804" y="5894040"/>
            <a:ext cx="2030095" cy="5194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FFFFFF"/>
                </a:solidFill>
                <a:latin typeface="Tahoma"/>
                <a:cs typeface="Tahoma"/>
              </a:rPr>
              <a:t>executor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D8DDFA"/>
                </a:solidFill>
                <a:latin typeface="Tahoma"/>
                <a:cs typeface="Tahoma"/>
              </a:rPr>
              <a:t>ReAct:</a:t>
            </a:r>
            <a:r>
              <a:rPr dirty="0" sz="1100" spc="25">
                <a:solidFill>
                  <a:srgbClr val="D8DDF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D8DDFA"/>
                </a:solidFill>
                <a:latin typeface="Tahoma"/>
                <a:cs typeface="Tahoma"/>
              </a:rPr>
              <a:t>think</a:t>
            </a:r>
            <a:r>
              <a:rPr dirty="0" sz="1100" spc="40">
                <a:solidFill>
                  <a:srgbClr val="D8DDF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D8DDFA"/>
                </a:solidFill>
                <a:latin typeface="Times New Roman"/>
                <a:cs typeface="Times New Roman"/>
              </a:rPr>
              <a:t>→</a:t>
            </a:r>
            <a:r>
              <a:rPr dirty="0" sz="1100" spc="125">
                <a:solidFill>
                  <a:srgbClr val="D8DDFA"/>
                </a:solidFill>
                <a:latin typeface="Times New Roman"/>
                <a:cs typeface="Times New Roman"/>
              </a:rPr>
              <a:t> </a:t>
            </a:r>
            <a:r>
              <a:rPr dirty="0" sz="1100" spc="55">
                <a:solidFill>
                  <a:srgbClr val="D8DDFA"/>
                </a:solidFill>
                <a:latin typeface="Tahoma"/>
                <a:cs typeface="Tahoma"/>
              </a:rPr>
              <a:t>act</a:t>
            </a:r>
            <a:r>
              <a:rPr dirty="0" sz="1100" spc="75">
                <a:solidFill>
                  <a:srgbClr val="D8DDFA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D8DDFA"/>
                </a:solidFill>
                <a:latin typeface="Times New Roman"/>
                <a:cs typeface="Times New Roman"/>
              </a:rPr>
              <a:t>→</a:t>
            </a:r>
            <a:r>
              <a:rPr dirty="0" sz="1100" spc="120">
                <a:solidFill>
                  <a:srgbClr val="D8DDFA"/>
                </a:solidFill>
                <a:latin typeface="Times New Roman"/>
                <a:cs typeface="Times New Roman"/>
              </a:rPr>
              <a:t> </a:t>
            </a:r>
            <a:r>
              <a:rPr dirty="0" sz="1100" spc="60">
                <a:solidFill>
                  <a:srgbClr val="D8DDFA"/>
                </a:solidFill>
                <a:latin typeface="Tahoma"/>
                <a:cs typeface="Tahoma"/>
              </a:rPr>
              <a:t>observe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5123" y="6838549"/>
            <a:ext cx="2580640" cy="659130"/>
            <a:chOff x="1725123" y="6838549"/>
            <a:chExt cx="2580640" cy="659130"/>
          </a:xfrm>
        </p:grpSpPr>
        <p:sp>
          <p:nvSpPr>
            <p:cNvPr id="26" name="object 26"/>
            <p:cNvSpPr/>
            <p:nvPr/>
          </p:nvSpPr>
          <p:spPr>
            <a:xfrm>
              <a:off x="1734330" y="6847756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5">
                  <a:moveTo>
                    <a:pt x="2442376" y="640516"/>
                  </a:moveTo>
                  <a:lnTo>
                    <a:pt x="119692" y="640516"/>
                  </a:lnTo>
                  <a:lnTo>
                    <a:pt x="111361" y="639696"/>
                  </a:lnTo>
                  <a:lnTo>
                    <a:pt x="71309" y="627546"/>
                  </a:lnTo>
                  <a:lnTo>
                    <a:pt x="31572" y="597048"/>
                  </a:lnTo>
                  <a:lnTo>
                    <a:pt x="6532" y="553665"/>
                  </a:lnTo>
                  <a:lnTo>
                    <a:pt x="0" y="520825"/>
                  </a:lnTo>
                  <a:lnTo>
                    <a:pt x="0" y="119691"/>
                  </a:lnTo>
                  <a:lnTo>
                    <a:pt x="12970" y="71308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2442376" y="0"/>
                  </a:lnTo>
                  <a:lnTo>
                    <a:pt x="2490758" y="12969"/>
                  </a:lnTo>
                  <a:lnTo>
                    <a:pt x="2530495" y="43467"/>
                  </a:lnTo>
                  <a:lnTo>
                    <a:pt x="2555535" y="86851"/>
                  </a:lnTo>
                  <a:lnTo>
                    <a:pt x="2562068" y="119691"/>
                  </a:lnTo>
                  <a:lnTo>
                    <a:pt x="2562068" y="520825"/>
                  </a:lnTo>
                  <a:lnTo>
                    <a:pt x="2549098" y="569207"/>
                  </a:lnTo>
                  <a:lnTo>
                    <a:pt x="2518600" y="608943"/>
                  </a:lnTo>
                  <a:lnTo>
                    <a:pt x="2475216" y="633984"/>
                  </a:lnTo>
                  <a:lnTo>
                    <a:pt x="2450707" y="639696"/>
                  </a:lnTo>
                  <a:lnTo>
                    <a:pt x="2442376" y="640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34330" y="6847756"/>
              <a:ext cx="2562225" cy="640715"/>
            </a:xfrm>
            <a:custGeom>
              <a:avLst/>
              <a:gdLst/>
              <a:ahLst/>
              <a:cxnLst/>
              <a:rect l="l" t="t" r="r" b="b"/>
              <a:pathLst>
                <a:path w="2562225" h="640715">
                  <a:moveTo>
                    <a:pt x="128103" y="0"/>
                  </a:moveTo>
                  <a:lnTo>
                    <a:pt x="2433965" y="0"/>
                  </a:lnTo>
                  <a:lnTo>
                    <a:pt x="2442376" y="0"/>
                  </a:lnTo>
                  <a:lnTo>
                    <a:pt x="2450707" y="820"/>
                  </a:lnTo>
                  <a:lnTo>
                    <a:pt x="2458956" y="2461"/>
                  </a:lnTo>
                  <a:lnTo>
                    <a:pt x="2467206" y="4102"/>
                  </a:lnTo>
                  <a:lnTo>
                    <a:pt x="2475216" y="6532"/>
                  </a:lnTo>
                  <a:lnTo>
                    <a:pt x="2482987" y="9750"/>
                  </a:lnTo>
                  <a:lnTo>
                    <a:pt x="2490758" y="12969"/>
                  </a:lnTo>
                  <a:lnTo>
                    <a:pt x="2498141" y="16915"/>
                  </a:lnTo>
                  <a:lnTo>
                    <a:pt x="2505135" y="21588"/>
                  </a:lnTo>
                  <a:lnTo>
                    <a:pt x="2512129" y="26262"/>
                  </a:lnTo>
                  <a:lnTo>
                    <a:pt x="2540478" y="56932"/>
                  </a:lnTo>
                  <a:lnTo>
                    <a:pt x="2545151" y="63926"/>
                  </a:lnTo>
                  <a:lnTo>
                    <a:pt x="2559606" y="103111"/>
                  </a:lnTo>
                  <a:lnTo>
                    <a:pt x="2562068" y="128103"/>
                  </a:lnTo>
                  <a:lnTo>
                    <a:pt x="2562068" y="512413"/>
                  </a:lnTo>
                  <a:lnTo>
                    <a:pt x="2562068" y="520825"/>
                  </a:lnTo>
                  <a:lnTo>
                    <a:pt x="2561248" y="529155"/>
                  </a:lnTo>
                  <a:lnTo>
                    <a:pt x="2559606" y="537405"/>
                  </a:lnTo>
                  <a:lnTo>
                    <a:pt x="2557965" y="545654"/>
                  </a:lnTo>
                  <a:lnTo>
                    <a:pt x="2540478" y="583583"/>
                  </a:lnTo>
                  <a:lnTo>
                    <a:pt x="2535805" y="590577"/>
                  </a:lnTo>
                  <a:lnTo>
                    <a:pt x="2505135" y="618927"/>
                  </a:lnTo>
                  <a:lnTo>
                    <a:pt x="2498141" y="623600"/>
                  </a:lnTo>
                  <a:lnTo>
                    <a:pt x="2458956" y="638055"/>
                  </a:lnTo>
                  <a:lnTo>
                    <a:pt x="2450707" y="639696"/>
                  </a:lnTo>
                  <a:lnTo>
                    <a:pt x="2442376" y="640516"/>
                  </a:lnTo>
                  <a:lnTo>
                    <a:pt x="2433965" y="640517"/>
                  </a:lnTo>
                  <a:lnTo>
                    <a:pt x="128103" y="640517"/>
                  </a:lnTo>
                  <a:lnTo>
                    <a:pt x="119692" y="640516"/>
                  </a:lnTo>
                  <a:lnTo>
                    <a:pt x="111361" y="639696"/>
                  </a:lnTo>
                  <a:lnTo>
                    <a:pt x="103111" y="638055"/>
                  </a:lnTo>
                  <a:lnTo>
                    <a:pt x="94861" y="636414"/>
                  </a:lnTo>
                  <a:lnTo>
                    <a:pt x="86851" y="633984"/>
                  </a:lnTo>
                  <a:lnTo>
                    <a:pt x="79080" y="630765"/>
                  </a:lnTo>
                  <a:lnTo>
                    <a:pt x="71309" y="627546"/>
                  </a:lnTo>
                  <a:lnTo>
                    <a:pt x="37520" y="602996"/>
                  </a:lnTo>
                  <a:lnTo>
                    <a:pt x="12970" y="569207"/>
                  </a:lnTo>
                  <a:lnTo>
                    <a:pt x="9751" y="561436"/>
                  </a:lnTo>
                  <a:lnTo>
                    <a:pt x="6532" y="553665"/>
                  </a:lnTo>
                  <a:lnTo>
                    <a:pt x="4102" y="545654"/>
                  </a:lnTo>
                  <a:lnTo>
                    <a:pt x="2461" y="537404"/>
                  </a:lnTo>
                  <a:lnTo>
                    <a:pt x="820" y="529155"/>
                  </a:lnTo>
                  <a:lnTo>
                    <a:pt x="0" y="520825"/>
                  </a:lnTo>
                  <a:lnTo>
                    <a:pt x="0" y="512413"/>
                  </a:lnTo>
                  <a:lnTo>
                    <a:pt x="0" y="128103"/>
                  </a:lnTo>
                  <a:lnTo>
                    <a:pt x="0" y="119691"/>
                  </a:lnTo>
                  <a:lnTo>
                    <a:pt x="820" y="111361"/>
                  </a:lnTo>
                  <a:lnTo>
                    <a:pt x="2461" y="103111"/>
                  </a:lnTo>
                  <a:lnTo>
                    <a:pt x="4102" y="94861"/>
                  </a:lnTo>
                  <a:lnTo>
                    <a:pt x="6532" y="86851"/>
                  </a:lnTo>
                  <a:lnTo>
                    <a:pt x="9751" y="79080"/>
                  </a:lnTo>
                  <a:lnTo>
                    <a:pt x="12970" y="71308"/>
                  </a:lnTo>
                  <a:lnTo>
                    <a:pt x="37520" y="37520"/>
                  </a:lnTo>
                  <a:lnTo>
                    <a:pt x="56932" y="21588"/>
                  </a:lnTo>
                  <a:lnTo>
                    <a:pt x="63926" y="16915"/>
                  </a:lnTo>
                  <a:lnTo>
                    <a:pt x="103111" y="2461"/>
                  </a:lnTo>
                  <a:lnTo>
                    <a:pt x="111361" y="820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18300">
              <a:solidFill>
                <a:srgbClr val="3345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922804" y="6863953"/>
            <a:ext cx="2017395" cy="5194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15203A"/>
                </a:solidFill>
                <a:latin typeface="Tahoma"/>
                <a:cs typeface="Tahoma"/>
              </a:rPr>
              <a:t>advance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save</a:t>
            </a:r>
            <a:r>
              <a:rPr dirty="0" sz="1100" spc="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646B7D"/>
                </a:solidFill>
                <a:latin typeface="Tahoma"/>
                <a:cs typeface="Tahoma"/>
              </a:rPr>
              <a:t>result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1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loop</a:t>
            </a: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 to</a:t>
            </a:r>
            <a:r>
              <a:rPr dirty="0" sz="1100" spc="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next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646B7D"/>
                </a:solidFill>
                <a:latin typeface="Tahoma"/>
                <a:cs typeface="Tahoma"/>
              </a:rPr>
              <a:t>step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28201" y="4566747"/>
            <a:ext cx="5429250" cy="2610485"/>
            <a:chOff x="1528201" y="4566747"/>
            <a:chExt cx="5429250" cy="2610485"/>
          </a:xfrm>
        </p:grpSpPr>
        <p:sp>
          <p:nvSpPr>
            <p:cNvPr id="30" name="object 30"/>
            <p:cNvSpPr/>
            <p:nvPr/>
          </p:nvSpPr>
          <p:spPr>
            <a:xfrm>
              <a:off x="3015364" y="4578495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70">
                  <a:moveTo>
                    <a:pt x="0" y="0"/>
                  </a:moveTo>
                  <a:lnTo>
                    <a:pt x="0" y="292807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923862" y="4706599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4" h="183514">
                  <a:moveTo>
                    <a:pt x="0" y="0"/>
                  </a:moveTo>
                  <a:lnTo>
                    <a:pt x="183004" y="0"/>
                  </a:lnTo>
                  <a:lnTo>
                    <a:pt x="91502" y="18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15364" y="5548421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70">
                  <a:moveTo>
                    <a:pt x="0" y="0"/>
                  </a:moveTo>
                  <a:lnTo>
                    <a:pt x="0" y="292807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923862" y="5676525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4" h="183514">
                  <a:moveTo>
                    <a:pt x="0" y="0"/>
                  </a:moveTo>
                  <a:lnTo>
                    <a:pt x="183004" y="0"/>
                  </a:lnTo>
                  <a:lnTo>
                    <a:pt x="91502" y="18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015364" y="6518347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70">
                  <a:moveTo>
                    <a:pt x="0" y="0"/>
                  </a:moveTo>
                  <a:lnTo>
                    <a:pt x="0" y="292807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528191" y="6124892"/>
              <a:ext cx="1579245" cy="1052830"/>
            </a:xfrm>
            <a:custGeom>
              <a:avLst/>
              <a:gdLst/>
              <a:ahLst/>
              <a:cxnLst/>
              <a:rect l="l" t="t" r="r" b="b"/>
              <a:pathLst>
                <a:path w="1579245" h="1052829">
                  <a:moveTo>
                    <a:pt x="18821" y="569874"/>
                  </a:moveTo>
                  <a:lnTo>
                    <a:pt x="18554" y="558292"/>
                  </a:lnTo>
                  <a:lnTo>
                    <a:pt x="18389" y="546912"/>
                  </a:lnTo>
                  <a:lnTo>
                    <a:pt x="18300" y="523455"/>
                  </a:lnTo>
                  <a:lnTo>
                    <a:pt x="0" y="523455"/>
                  </a:lnTo>
                  <a:lnTo>
                    <a:pt x="76" y="546912"/>
                  </a:lnTo>
                  <a:lnTo>
                    <a:pt x="254" y="558634"/>
                  </a:lnTo>
                  <a:lnTo>
                    <a:pt x="533" y="570369"/>
                  </a:lnTo>
                  <a:lnTo>
                    <a:pt x="18821" y="569874"/>
                  </a:lnTo>
                  <a:close/>
                </a:path>
                <a:path w="1579245" h="1052829">
                  <a:moveTo>
                    <a:pt x="21615" y="432054"/>
                  </a:moveTo>
                  <a:lnTo>
                    <a:pt x="3365" y="430796"/>
                  </a:lnTo>
                  <a:lnTo>
                    <a:pt x="3276" y="432054"/>
                  </a:lnTo>
                  <a:lnTo>
                    <a:pt x="2565" y="443318"/>
                  </a:lnTo>
                  <a:lnTo>
                    <a:pt x="1930" y="454634"/>
                  </a:lnTo>
                  <a:lnTo>
                    <a:pt x="1384" y="466013"/>
                  </a:lnTo>
                  <a:lnTo>
                    <a:pt x="952" y="476796"/>
                  </a:lnTo>
                  <a:lnTo>
                    <a:pt x="19240" y="477456"/>
                  </a:lnTo>
                  <a:lnTo>
                    <a:pt x="19265" y="476796"/>
                  </a:lnTo>
                  <a:lnTo>
                    <a:pt x="19735" y="465201"/>
                  </a:lnTo>
                  <a:lnTo>
                    <a:pt x="20307" y="453669"/>
                  </a:lnTo>
                  <a:lnTo>
                    <a:pt x="20967" y="442201"/>
                  </a:lnTo>
                  <a:lnTo>
                    <a:pt x="21615" y="432054"/>
                  </a:lnTo>
                  <a:close/>
                </a:path>
                <a:path w="1579245" h="1052829">
                  <a:moveTo>
                    <a:pt x="24231" y="661682"/>
                  </a:moveTo>
                  <a:lnTo>
                    <a:pt x="23241" y="650367"/>
                  </a:lnTo>
                  <a:lnTo>
                    <a:pt x="22339" y="638987"/>
                  </a:lnTo>
                  <a:lnTo>
                    <a:pt x="21526" y="627532"/>
                  </a:lnTo>
                  <a:lnTo>
                    <a:pt x="20802" y="616026"/>
                  </a:lnTo>
                  <a:lnTo>
                    <a:pt x="2527" y="617093"/>
                  </a:lnTo>
                  <a:lnTo>
                    <a:pt x="3263" y="628764"/>
                  </a:lnTo>
                  <a:lnTo>
                    <a:pt x="4089" y="640359"/>
                  </a:lnTo>
                  <a:lnTo>
                    <a:pt x="5003" y="651891"/>
                  </a:lnTo>
                  <a:lnTo>
                    <a:pt x="6007" y="663359"/>
                  </a:lnTo>
                  <a:lnTo>
                    <a:pt x="24231" y="661682"/>
                  </a:lnTo>
                  <a:close/>
                </a:path>
                <a:path w="1579245" h="1052829">
                  <a:moveTo>
                    <a:pt x="31076" y="342163"/>
                  </a:moveTo>
                  <a:lnTo>
                    <a:pt x="8521" y="374053"/>
                  </a:lnTo>
                  <a:lnTo>
                    <a:pt x="7239" y="385838"/>
                  </a:lnTo>
                  <a:lnTo>
                    <a:pt x="25438" y="387731"/>
                  </a:lnTo>
                  <a:lnTo>
                    <a:pt x="26695" y="376123"/>
                  </a:lnTo>
                  <a:lnTo>
                    <a:pt x="28067" y="364655"/>
                  </a:lnTo>
                  <a:lnTo>
                    <a:pt x="29514" y="353339"/>
                  </a:lnTo>
                  <a:lnTo>
                    <a:pt x="31076" y="342163"/>
                  </a:lnTo>
                  <a:close/>
                </a:path>
                <a:path w="1579245" h="1052829">
                  <a:moveTo>
                    <a:pt x="35687" y="751039"/>
                  </a:moveTo>
                  <a:lnTo>
                    <a:pt x="33909" y="740092"/>
                  </a:lnTo>
                  <a:lnTo>
                    <a:pt x="32232" y="729018"/>
                  </a:lnTo>
                  <a:lnTo>
                    <a:pt x="30632" y="717804"/>
                  </a:lnTo>
                  <a:lnTo>
                    <a:pt x="29133" y="706462"/>
                  </a:lnTo>
                  <a:lnTo>
                    <a:pt x="10985" y="708787"/>
                  </a:lnTo>
                  <a:lnTo>
                    <a:pt x="12509" y="720293"/>
                  </a:lnTo>
                  <a:lnTo>
                    <a:pt x="14122" y="731685"/>
                  </a:lnTo>
                  <a:lnTo>
                    <a:pt x="15836" y="742937"/>
                  </a:lnTo>
                  <a:lnTo>
                    <a:pt x="17640" y="754062"/>
                  </a:lnTo>
                  <a:lnTo>
                    <a:pt x="35687" y="751039"/>
                  </a:lnTo>
                  <a:close/>
                </a:path>
                <a:path w="1579245" h="1052829">
                  <a:moveTo>
                    <a:pt x="48336" y="253047"/>
                  </a:moveTo>
                  <a:lnTo>
                    <a:pt x="22809" y="282752"/>
                  </a:lnTo>
                  <a:lnTo>
                    <a:pt x="20459" y="294678"/>
                  </a:lnTo>
                  <a:lnTo>
                    <a:pt x="38430" y="298107"/>
                  </a:lnTo>
                  <a:lnTo>
                    <a:pt x="40741" y="286448"/>
                  </a:lnTo>
                  <a:lnTo>
                    <a:pt x="43154" y="275056"/>
                  </a:lnTo>
                  <a:lnTo>
                    <a:pt x="45694" y="263918"/>
                  </a:lnTo>
                  <a:lnTo>
                    <a:pt x="48336" y="253047"/>
                  </a:lnTo>
                  <a:close/>
                </a:path>
                <a:path w="1579245" h="1052829">
                  <a:moveTo>
                    <a:pt x="54889" y="839978"/>
                  </a:moveTo>
                  <a:lnTo>
                    <a:pt x="52057" y="829259"/>
                  </a:lnTo>
                  <a:lnTo>
                    <a:pt x="49326" y="818311"/>
                  </a:lnTo>
                  <a:lnTo>
                    <a:pt x="46697" y="807135"/>
                  </a:lnTo>
                  <a:lnTo>
                    <a:pt x="44183" y="795731"/>
                  </a:lnTo>
                  <a:lnTo>
                    <a:pt x="26289" y="799566"/>
                  </a:lnTo>
                  <a:lnTo>
                    <a:pt x="28867" y="811212"/>
                  </a:lnTo>
                  <a:lnTo>
                    <a:pt x="31546" y="822629"/>
                  </a:lnTo>
                  <a:lnTo>
                    <a:pt x="34340" y="833818"/>
                  </a:lnTo>
                  <a:lnTo>
                    <a:pt x="37236" y="844778"/>
                  </a:lnTo>
                  <a:lnTo>
                    <a:pt x="54889" y="839978"/>
                  </a:lnTo>
                  <a:close/>
                </a:path>
                <a:path w="1579245" h="1052829">
                  <a:moveTo>
                    <a:pt x="76746" y="168668"/>
                  </a:moveTo>
                  <a:lnTo>
                    <a:pt x="43497" y="203974"/>
                  </a:lnTo>
                  <a:lnTo>
                    <a:pt x="60871" y="209740"/>
                  </a:lnTo>
                  <a:lnTo>
                    <a:pt x="64643" y="198793"/>
                  </a:lnTo>
                  <a:lnTo>
                    <a:pt x="68541" y="188302"/>
                  </a:lnTo>
                  <a:lnTo>
                    <a:pt x="72580" y="178257"/>
                  </a:lnTo>
                  <a:lnTo>
                    <a:pt x="76746" y="168668"/>
                  </a:lnTo>
                  <a:close/>
                </a:path>
                <a:path w="1579245" h="1052829">
                  <a:moveTo>
                    <a:pt x="84848" y="925156"/>
                  </a:moveTo>
                  <a:lnTo>
                    <a:pt x="80441" y="915123"/>
                  </a:lnTo>
                  <a:lnTo>
                    <a:pt x="76161" y="904697"/>
                  </a:lnTo>
                  <a:lnTo>
                    <a:pt x="72021" y="893864"/>
                  </a:lnTo>
                  <a:lnTo>
                    <a:pt x="67995" y="882637"/>
                  </a:lnTo>
                  <a:lnTo>
                    <a:pt x="50698" y="888619"/>
                  </a:lnTo>
                  <a:lnTo>
                    <a:pt x="54864" y="900252"/>
                  </a:lnTo>
                  <a:lnTo>
                    <a:pt x="59169" y="911479"/>
                  </a:lnTo>
                  <a:lnTo>
                    <a:pt x="63614" y="922312"/>
                  </a:lnTo>
                  <a:lnTo>
                    <a:pt x="68186" y="932738"/>
                  </a:lnTo>
                  <a:lnTo>
                    <a:pt x="84848" y="925156"/>
                  </a:lnTo>
                  <a:close/>
                </a:path>
                <a:path w="1579245" h="1052829">
                  <a:moveTo>
                    <a:pt x="131965" y="998715"/>
                  </a:moveTo>
                  <a:lnTo>
                    <a:pt x="125145" y="991196"/>
                  </a:lnTo>
                  <a:lnTo>
                    <a:pt x="118503" y="982967"/>
                  </a:lnTo>
                  <a:lnTo>
                    <a:pt x="112014" y="974026"/>
                  </a:lnTo>
                  <a:lnTo>
                    <a:pt x="105676" y="964387"/>
                  </a:lnTo>
                  <a:lnTo>
                    <a:pt x="90271" y="974026"/>
                  </a:lnTo>
                  <a:lnTo>
                    <a:pt x="90119" y="974026"/>
                  </a:lnTo>
                  <a:lnTo>
                    <a:pt x="97015" y="984516"/>
                  </a:lnTo>
                  <a:lnTo>
                    <a:pt x="104063" y="994219"/>
                  </a:lnTo>
                  <a:lnTo>
                    <a:pt x="111315" y="1003173"/>
                  </a:lnTo>
                  <a:lnTo>
                    <a:pt x="118757" y="1011389"/>
                  </a:lnTo>
                  <a:lnTo>
                    <a:pt x="131965" y="998715"/>
                  </a:lnTo>
                  <a:close/>
                </a:path>
                <a:path w="1579245" h="1052829">
                  <a:moveTo>
                    <a:pt x="184175" y="73202"/>
                  </a:moveTo>
                  <a:lnTo>
                    <a:pt x="169532" y="65887"/>
                  </a:lnTo>
                  <a:lnTo>
                    <a:pt x="169532" y="64058"/>
                  </a:lnTo>
                  <a:lnTo>
                    <a:pt x="165887" y="64058"/>
                  </a:lnTo>
                  <a:lnTo>
                    <a:pt x="37769" y="0"/>
                  </a:lnTo>
                  <a:lnTo>
                    <a:pt x="37769" y="146405"/>
                  </a:lnTo>
                  <a:lnTo>
                    <a:pt x="87198" y="121691"/>
                  </a:lnTo>
                  <a:lnTo>
                    <a:pt x="98399" y="129298"/>
                  </a:lnTo>
                  <a:lnTo>
                    <a:pt x="105308" y="119799"/>
                  </a:lnTo>
                  <a:lnTo>
                    <a:pt x="112407" y="111366"/>
                  </a:lnTo>
                  <a:lnTo>
                    <a:pt x="116852" y="106870"/>
                  </a:lnTo>
                  <a:lnTo>
                    <a:pt x="165887" y="82346"/>
                  </a:lnTo>
                  <a:lnTo>
                    <a:pt x="169532" y="82346"/>
                  </a:lnTo>
                  <a:lnTo>
                    <a:pt x="169532" y="80530"/>
                  </a:lnTo>
                  <a:lnTo>
                    <a:pt x="184175" y="73202"/>
                  </a:lnTo>
                  <a:close/>
                </a:path>
                <a:path w="1579245" h="1052829">
                  <a:moveTo>
                    <a:pt x="206133" y="1033983"/>
                  </a:moveTo>
                  <a:lnTo>
                    <a:pt x="195694" y="1033373"/>
                  </a:lnTo>
                  <a:lnTo>
                    <a:pt x="185483" y="1031570"/>
                  </a:lnTo>
                  <a:lnTo>
                    <a:pt x="175488" y="1028547"/>
                  </a:lnTo>
                  <a:lnTo>
                    <a:pt x="165722" y="1024318"/>
                  </a:lnTo>
                  <a:lnTo>
                    <a:pt x="157530" y="1040688"/>
                  </a:lnTo>
                  <a:lnTo>
                    <a:pt x="169265" y="1045756"/>
                  </a:lnTo>
                  <a:lnTo>
                    <a:pt x="181279" y="1049388"/>
                  </a:lnTo>
                  <a:lnTo>
                    <a:pt x="193560" y="1051560"/>
                  </a:lnTo>
                  <a:lnTo>
                    <a:pt x="206133" y="1052283"/>
                  </a:lnTo>
                  <a:lnTo>
                    <a:pt x="206133" y="1033983"/>
                  </a:lnTo>
                  <a:close/>
                </a:path>
                <a:path w="1579245" h="1052829">
                  <a:moveTo>
                    <a:pt x="1578673" y="521563"/>
                  </a:moveTo>
                  <a:lnTo>
                    <a:pt x="1395666" y="521563"/>
                  </a:lnTo>
                  <a:lnTo>
                    <a:pt x="1487170" y="704570"/>
                  </a:lnTo>
                  <a:lnTo>
                    <a:pt x="1578673" y="521563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36916" y="5621623"/>
              <a:ext cx="2013585" cy="1153160"/>
            </a:xfrm>
            <a:custGeom>
              <a:avLst/>
              <a:gdLst/>
              <a:ahLst/>
              <a:cxnLst/>
              <a:rect l="l" t="t" r="r" b="b"/>
              <a:pathLst>
                <a:path w="2013584" h="1153159">
                  <a:moveTo>
                    <a:pt x="1893362" y="1152930"/>
                  </a:moveTo>
                  <a:lnTo>
                    <a:pt x="119692" y="1152930"/>
                  </a:lnTo>
                  <a:lnTo>
                    <a:pt x="111361" y="1152109"/>
                  </a:lnTo>
                  <a:lnTo>
                    <a:pt x="71309" y="1139960"/>
                  </a:lnTo>
                  <a:lnTo>
                    <a:pt x="31572" y="1109462"/>
                  </a:lnTo>
                  <a:lnTo>
                    <a:pt x="6532" y="1066079"/>
                  </a:lnTo>
                  <a:lnTo>
                    <a:pt x="0" y="1033238"/>
                  </a:lnTo>
                  <a:lnTo>
                    <a:pt x="0" y="119692"/>
                  </a:lnTo>
                  <a:lnTo>
                    <a:pt x="12969" y="71308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1893362" y="0"/>
                  </a:lnTo>
                  <a:lnTo>
                    <a:pt x="1941745" y="12970"/>
                  </a:lnTo>
                  <a:lnTo>
                    <a:pt x="1981481" y="43467"/>
                  </a:lnTo>
                  <a:lnTo>
                    <a:pt x="2006521" y="86851"/>
                  </a:lnTo>
                  <a:lnTo>
                    <a:pt x="2013054" y="119692"/>
                  </a:lnTo>
                  <a:lnTo>
                    <a:pt x="2013054" y="1033238"/>
                  </a:lnTo>
                  <a:lnTo>
                    <a:pt x="2000083" y="1081621"/>
                  </a:lnTo>
                  <a:lnTo>
                    <a:pt x="1969585" y="1121357"/>
                  </a:lnTo>
                  <a:lnTo>
                    <a:pt x="1926202" y="1146398"/>
                  </a:lnTo>
                  <a:lnTo>
                    <a:pt x="1901692" y="1152109"/>
                  </a:lnTo>
                  <a:lnTo>
                    <a:pt x="1893362" y="11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30053" y="5614760"/>
              <a:ext cx="2026920" cy="1167130"/>
            </a:xfrm>
            <a:custGeom>
              <a:avLst/>
              <a:gdLst/>
              <a:ahLst/>
              <a:cxnLst/>
              <a:rect l="l" t="t" r="r" b="b"/>
              <a:pathLst>
                <a:path w="2026920" h="1167129">
                  <a:moveTo>
                    <a:pt x="290520" y="13725"/>
                  </a:moveTo>
                  <a:lnTo>
                    <a:pt x="235618" y="13725"/>
                  </a:lnTo>
                  <a:lnTo>
                    <a:pt x="235618" y="0"/>
                  </a:lnTo>
                  <a:lnTo>
                    <a:pt x="290520" y="0"/>
                  </a:lnTo>
                  <a:lnTo>
                    <a:pt x="290520" y="13725"/>
                  </a:lnTo>
                  <a:close/>
                </a:path>
                <a:path w="2026920" h="1167129">
                  <a:moveTo>
                    <a:pt x="391172" y="13725"/>
                  </a:moveTo>
                  <a:lnTo>
                    <a:pt x="336271" y="13725"/>
                  </a:lnTo>
                  <a:lnTo>
                    <a:pt x="336271" y="0"/>
                  </a:lnTo>
                  <a:lnTo>
                    <a:pt x="391172" y="0"/>
                  </a:lnTo>
                  <a:lnTo>
                    <a:pt x="391172" y="13725"/>
                  </a:lnTo>
                  <a:close/>
                </a:path>
                <a:path w="2026920" h="1167129">
                  <a:moveTo>
                    <a:pt x="491825" y="13725"/>
                  </a:moveTo>
                  <a:lnTo>
                    <a:pt x="436924" y="13725"/>
                  </a:lnTo>
                  <a:lnTo>
                    <a:pt x="436924" y="0"/>
                  </a:lnTo>
                  <a:lnTo>
                    <a:pt x="491825" y="0"/>
                  </a:lnTo>
                  <a:lnTo>
                    <a:pt x="491825" y="13725"/>
                  </a:lnTo>
                  <a:close/>
                </a:path>
                <a:path w="2026920" h="1167129">
                  <a:moveTo>
                    <a:pt x="592478" y="13725"/>
                  </a:moveTo>
                  <a:lnTo>
                    <a:pt x="537576" y="13725"/>
                  </a:lnTo>
                  <a:lnTo>
                    <a:pt x="537576" y="0"/>
                  </a:lnTo>
                  <a:lnTo>
                    <a:pt x="592478" y="0"/>
                  </a:lnTo>
                  <a:lnTo>
                    <a:pt x="592478" y="13725"/>
                  </a:lnTo>
                  <a:close/>
                </a:path>
                <a:path w="2026920" h="1167129">
                  <a:moveTo>
                    <a:pt x="693131" y="13725"/>
                  </a:moveTo>
                  <a:lnTo>
                    <a:pt x="638229" y="13725"/>
                  </a:lnTo>
                  <a:lnTo>
                    <a:pt x="638229" y="0"/>
                  </a:lnTo>
                  <a:lnTo>
                    <a:pt x="693131" y="0"/>
                  </a:lnTo>
                  <a:lnTo>
                    <a:pt x="693131" y="13725"/>
                  </a:lnTo>
                  <a:close/>
                </a:path>
                <a:path w="2026920" h="1167129">
                  <a:moveTo>
                    <a:pt x="793783" y="13725"/>
                  </a:moveTo>
                  <a:lnTo>
                    <a:pt x="738882" y="13725"/>
                  </a:lnTo>
                  <a:lnTo>
                    <a:pt x="738882" y="0"/>
                  </a:lnTo>
                  <a:lnTo>
                    <a:pt x="793783" y="0"/>
                  </a:lnTo>
                  <a:lnTo>
                    <a:pt x="793783" y="13725"/>
                  </a:lnTo>
                  <a:close/>
                </a:path>
                <a:path w="2026920" h="1167129">
                  <a:moveTo>
                    <a:pt x="894436" y="13725"/>
                  </a:moveTo>
                  <a:lnTo>
                    <a:pt x="839535" y="13725"/>
                  </a:lnTo>
                  <a:lnTo>
                    <a:pt x="839535" y="0"/>
                  </a:lnTo>
                  <a:lnTo>
                    <a:pt x="894436" y="0"/>
                  </a:lnTo>
                  <a:lnTo>
                    <a:pt x="894436" y="13725"/>
                  </a:lnTo>
                  <a:close/>
                </a:path>
                <a:path w="2026920" h="1167129">
                  <a:moveTo>
                    <a:pt x="995089" y="13725"/>
                  </a:moveTo>
                  <a:lnTo>
                    <a:pt x="940187" y="13725"/>
                  </a:lnTo>
                  <a:lnTo>
                    <a:pt x="940187" y="0"/>
                  </a:lnTo>
                  <a:lnTo>
                    <a:pt x="995089" y="0"/>
                  </a:lnTo>
                  <a:lnTo>
                    <a:pt x="995089" y="13725"/>
                  </a:lnTo>
                  <a:close/>
                </a:path>
                <a:path w="2026920" h="1167129">
                  <a:moveTo>
                    <a:pt x="1095741" y="13725"/>
                  </a:moveTo>
                  <a:lnTo>
                    <a:pt x="1040840" y="13725"/>
                  </a:lnTo>
                  <a:lnTo>
                    <a:pt x="1040840" y="0"/>
                  </a:lnTo>
                  <a:lnTo>
                    <a:pt x="1095741" y="0"/>
                  </a:lnTo>
                  <a:lnTo>
                    <a:pt x="1095741" y="13725"/>
                  </a:lnTo>
                  <a:close/>
                </a:path>
                <a:path w="2026920" h="1167129">
                  <a:moveTo>
                    <a:pt x="1196394" y="13725"/>
                  </a:moveTo>
                  <a:lnTo>
                    <a:pt x="1141493" y="13725"/>
                  </a:lnTo>
                  <a:lnTo>
                    <a:pt x="1141493" y="0"/>
                  </a:lnTo>
                  <a:lnTo>
                    <a:pt x="1196394" y="0"/>
                  </a:lnTo>
                  <a:lnTo>
                    <a:pt x="1196394" y="13725"/>
                  </a:lnTo>
                  <a:close/>
                </a:path>
                <a:path w="2026920" h="1167129">
                  <a:moveTo>
                    <a:pt x="1297047" y="13725"/>
                  </a:moveTo>
                  <a:lnTo>
                    <a:pt x="1242145" y="13725"/>
                  </a:lnTo>
                  <a:lnTo>
                    <a:pt x="1242145" y="0"/>
                  </a:lnTo>
                  <a:lnTo>
                    <a:pt x="1297047" y="0"/>
                  </a:lnTo>
                  <a:lnTo>
                    <a:pt x="1297047" y="13725"/>
                  </a:lnTo>
                  <a:close/>
                </a:path>
                <a:path w="2026920" h="1167129">
                  <a:moveTo>
                    <a:pt x="1397699" y="13725"/>
                  </a:moveTo>
                  <a:lnTo>
                    <a:pt x="1342798" y="13725"/>
                  </a:lnTo>
                  <a:lnTo>
                    <a:pt x="1342798" y="0"/>
                  </a:lnTo>
                  <a:lnTo>
                    <a:pt x="1397699" y="0"/>
                  </a:lnTo>
                  <a:lnTo>
                    <a:pt x="1397699" y="13725"/>
                  </a:lnTo>
                  <a:close/>
                </a:path>
                <a:path w="2026920" h="1167129">
                  <a:moveTo>
                    <a:pt x="1498352" y="13725"/>
                  </a:moveTo>
                  <a:lnTo>
                    <a:pt x="1443451" y="13725"/>
                  </a:lnTo>
                  <a:lnTo>
                    <a:pt x="1443451" y="0"/>
                  </a:lnTo>
                  <a:lnTo>
                    <a:pt x="1498352" y="0"/>
                  </a:lnTo>
                  <a:lnTo>
                    <a:pt x="1498352" y="13725"/>
                  </a:lnTo>
                  <a:close/>
                </a:path>
                <a:path w="2026920" h="1167129">
                  <a:moveTo>
                    <a:pt x="1599005" y="13725"/>
                  </a:moveTo>
                  <a:lnTo>
                    <a:pt x="1544103" y="13725"/>
                  </a:lnTo>
                  <a:lnTo>
                    <a:pt x="1544103" y="0"/>
                  </a:lnTo>
                  <a:lnTo>
                    <a:pt x="1599005" y="0"/>
                  </a:lnTo>
                  <a:lnTo>
                    <a:pt x="1599005" y="13725"/>
                  </a:lnTo>
                  <a:close/>
                </a:path>
                <a:path w="2026920" h="1167129">
                  <a:moveTo>
                    <a:pt x="1699658" y="13725"/>
                  </a:moveTo>
                  <a:lnTo>
                    <a:pt x="1644756" y="13725"/>
                  </a:lnTo>
                  <a:lnTo>
                    <a:pt x="1644756" y="0"/>
                  </a:lnTo>
                  <a:lnTo>
                    <a:pt x="1699658" y="0"/>
                  </a:lnTo>
                  <a:lnTo>
                    <a:pt x="1699658" y="13725"/>
                  </a:lnTo>
                  <a:close/>
                </a:path>
                <a:path w="2026920" h="1167129">
                  <a:moveTo>
                    <a:pt x="1800310" y="13725"/>
                  </a:moveTo>
                  <a:lnTo>
                    <a:pt x="1745409" y="13725"/>
                  </a:lnTo>
                  <a:lnTo>
                    <a:pt x="1745409" y="0"/>
                  </a:lnTo>
                  <a:lnTo>
                    <a:pt x="1800310" y="0"/>
                  </a:lnTo>
                  <a:lnTo>
                    <a:pt x="1800310" y="13725"/>
                  </a:lnTo>
                  <a:close/>
                </a:path>
                <a:path w="2026920" h="1167129">
                  <a:moveTo>
                    <a:pt x="1900089" y="14008"/>
                  </a:moveTo>
                  <a:lnTo>
                    <a:pt x="1895953" y="13725"/>
                  </a:lnTo>
                  <a:lnTo>
                    <a:pt x="1846061" y="13725"/>
                  </a:lnTo>
                  <a:lnTo>
                    <a:pt x="1846061" y="0"/>
                  </a:lnTo>
                  <a:lnTo>
                    <a:pt x="1896425" y="0"/>
                  </a:lnTo>
                  <a:lnTo>
                    <a:pt x="1901026" y="314"/>
                  </a:lnTo>
                  <a:lnTo>
                    <a:pt x="1900108" y="13725"/>
                  </a:lnTo>
                  <a:lnTo>
                    <a:pt x="1900089" y="14008"/>
                  </a:lnTo>
                  <a:close/>
                </a:path>
                <a:path w="2026920" h="1167129">
                  <a:moveTo>
                    <a:pt x="1983994" y="56213"/>
                  </a:moveTo>
                  <a:lnTo>
                    <a:pt x="1974883" y="46629"/>
                  </a:lnTo>
                  <a:lnTo>
                    <a:pt x="1964905" y="38192"/>
                  </a:lnTo>
                  <a:lnTo>
                    <a:pt x="1954061" y="30902"/>
                  </a:lnTo>
                  <a:lnTo>
                    <a:pt x="1942350" y="24760"/>
                  </a:lnTo>
                  <a:lnTo>
                    <a:pt x="1948071" y="12284"/>
                  </a:lnTo>
                  <a:lnTo>
                    <a:pt x="1961107" y="19122"/>
                  </a:lnTo>
                  <a:lnTo>
                    <a:pt x="1973179" y="27236"/>
                  </a:lnTo>
                  <a:lnTo>
                    <a:pt x="1984286" y="36628"/>
                  </a:lnTo>
                  <a:lnTo>
                    <a:pt x="1994429" y="47297"/>
                  </a:lnTo>
                  <a:lnTo>
                    <a:pt x="1983994" y="56213"/>
                  </a:lnTo>
                  <a:close/>
                </a:path>
                <a:path w="2026920" h="1167129">
                  <a:moveTo>
                    <a:pt x="2026779" y="145493"/>
                  </a:moveTo>
                  <a:lnTo>
                    <a:pt x="2013053" y="145493"/>
                  </a:lnTo>
                  <a:lnTo>
                    <a:pt x="2013053" y="134965"/>
                  </a:lnTo>
                  <a:lnTo>
                    <a:pt x="2012602" y="124420"/>
                  </a:lnTo>
                  <a:lnTo>
                    <a:pt x="2011247" y="114032"/>
                  </a:lnTo>
                  <a:lnTo>
                    <a:pt x="2008989" y="103803"/>
                  </a:lnTo>
                  <a:lnTo>
                    <a:pt x="2005827" y="93733"/>
                  </a:lnTo>
                  <a:lnTo>
                    <a:pt x="2018733" y="89064"/>
                  </a:lnTo>
                  <a:lnTo>
                    <a:pt x="2022254" y="100276"/>
                  </a:lnTo>
                  <a:lnTo>
                    <a:pt x="2024768" y="111663"/>
                  </a:lnTo>
                  <a:lnTo>
                    <a:pt x="2026276" y="123227"/>
                  </a:lnTo>
                  <a:lnTo>
                    <a:pt x="2026779" y="134965"/>
                  </a:lnTo>
                  <a:lnTo>
                    <a:pt x="2026779" y="145493"/>
                  </a:lnTo>
                  <a:close/>
                </a:path>
                <a:path w="2026920" h="1167129">
                  <a:moveTo>
                    <a:pt x="2026779" y="246146"/>
                  </a:moveTo>
                  <a:lnTo>
                    <a:pt x="2013053" y="246146"/>
                  </a:lnTo>
                  <a:lnTo>
                    <a:pt x="2013053" y="191244"/>
                  </a:lnTo>
                  <a:lnTo>
                    <a:pt x="2026779" y="191244"/>
                  </a:lnTo>
                  <a:lnTo>
                    <a:pt x="2026779" y="246146"/>
                  </a:lnTo>
                  <a:close/>
                </a:path>
                <a:path w="2026920" h="1167129">
                  <a:moveTo>
                    <a:pt x="2026779" y="346798"/>
                  </a:moveTo>
                  <a:lnTo>
                    <a:pt x="2013053" y="346798"/>
                  </a:lnTo>
                  <a:lnTo>
                    <a:pt x="2013053" y="291897"/>
                  </a:lnTo>
                  <a:lnTo>
                    <a:pt x="2026779" y="291897"/>
                  </a:lnTo>
                  <a:lnTo>
                    <a:pt x="2026779" y="346798"/>
                  </a:lnTo>
                  <a:close/>
                </a:path>
                <a:path w="2026920" h="1167129">
                  <a:moveTo>
                    <a:pt x="2026779" y="447451"/>
                  </a:moveTo>
                  <a:lnTo>
                    <a:pt x="2013053" y="447451"/>
                  </a:lnTo>
                  <a:lnTo>
                    <a:pt x="2013053" y="392550"/>
                  </a:lnTo>
                  <a:lnTo>
                    <a:pt x="2026779" y="392550"/>
                  </a:lnTo>
                  <a:lnTo>
                    <a:pt x="2026779" y="447451"/>
                  </a:lnTo>
                  <a:close/>
                </a:path>
                <a:path w="2026920" h="1167129">
                  <a:moveTo>
                    <a:pt x="2026779" y="548104"/>
                  </a:moveTo>
                  <a:lnTo>
                    <a:pt x="2013053" y="548104"/>
                  </a:lnTo>
                  <a:lnTo>
                    <a:pt x="2013053" y="493202"/>
                  </a:lnTo>
                  <a:lnTo>
                    <a:pt x="2026779" y="493202"/>
                  </a:lnTo>
                  <a:lnTo>
                    <a:pt x="2026779" y="548104"/>
                  </a:lnTo>
                  <a:close/>
                </a:path>
                <a:path w="2026920" h="1167129">
                  <a:moveTo>
                    <a:pt x="2026779" y="648757"/>
                  </a:moveTo>
                  <a:lnTo>
                    <a:pt x="2013053" y="648757"/>
                  </a:lnTo>
                  <a:lnTo>
                    <a:pt x="2013053" y="593855"/>
                  </a:lnTo>
                  <a:lnTo>
                    <a:pt x="2026779" y="593855"/>
                  </a:lnTo>
                  <a:lnTo>
                    <a:pt x="2026779" y="648757"/>
                  </a:lnTo>
                  <a:close/>
                </a:path>
                <a:path w="2026920" h="1167129">
                  <a:moveTo>
                    <a:pt x="2026779" y="749409"/>
                  </a:moveTo>
                  <a:lnTo>
                    <a:pt x="2013053" y="749409"/>
                  </a:lnTo>
                  <a:lnTo>
                    <a:pt x="2013053" y="694508"/>
                  </a:lnTo>
                  <a:lnTo>
                    <a:pt x="2026779" y="694508"/>
                  </a:lnTo>
                  <a:lnTo>
                    <a:pt x="2026779" y="749409"/>
                  </a:lnTo>
                  <a:close/>
                </a:path>
                <a:path w="2026920" h="1167129">
                  <a:moveTo>
                    <a:pt x="2026779" y="850062"/>
                  </a:moveTo>
                  <a:lnTo>
                    <a:pt x="2013053" y="850062"/>
                  </a:lnTo>
                  <a:lnTo>
                    <a:pt x="2013053" y="795160"/>
                  </a:lnTo>
                  <a:lnTo>
                    <a:pt x="2026779" y="795160"/>
                  </a:lnTo>
                  <a:lnTo>
                    <a:pt x="2026779" y="850062"/>
                  </a:lnTo>
                  <a:close/>
                </a:path>
                <a:path w="2026920" h="1167129">
                  <a:moveTo>
                    <a:pt x="2026779" y="950715"/>
                  </a:moveTo>
                  <a:lnTo>
                    <a:pt x="2013053" y="950715"/>
                  </a:lnTo>
                  <a:lnTo>
                    <a:pt x="2013053" y="895813"/>
                  </a:lnTo>
                  <a:lnTo>
                    <a:pt x="2026779" y="895813"/>
                  </a:lnTo>
                  <a:lnTo>
                    <a:pt x="2026779" y="950715"/>
                  </a:lnTo>
                  <a:close/>
                </a:path>
                <a:path w="2026920" h="1167129">
                  <a:moveTo>
                    <a:pt x="2025281" y="1051743"/>
                  </a:moveTo>
                  <a:lnTo>
                    <a:pt x="2011708" y="1049704"/>
                  </a:lnTo>
                  <a:lnTo>
                    <a:pt x="2012605" y="1043732"/>
                  </a:lnTo>
                  <a:lnTo>
                    <a:pt x="2013002" y="1038412"/>
                  </a:lnTo>
                  <a:lnTo>
                    <a:pt x="2013053" y="996466"/>
                  </a:lnTo>
                  <a:lnTo>
                    <a:pt x="2026779" y="996466"/>
                  </a:lnTo>
                  <a:lnTo>
                    <a:pt x="2026779" y="1038412"/>
                  </a:lnTo>
                  <a:lnTo>
                    <a:pt x="2026381" y="1043732"/>
                  </a:lnTo>
                  <a:lnTo>
                    <a:pt x="2026279" y="1045097"/>
                  </a:lnTo>
                  <a:lnTo>
                    <a:pt x="2025281" y="1051743"/>
                  </a:lnTo>
                  <a:close/>
                </a:path>
                <a:path w="2026920" h="1167129">
                  <a:moveTo>
                    <a:pt x="1970605" y="1141269"/>
                  </a:moveTo>
                  <a:lnTo>
                    <a:pt x="1962592" y="1130125"/>
                  </a:lnTo>
                  <a:lnTo>
                    <a:pt x="1972944" y="1121810"/>
                  </a:lnTo>
                  <a:lnTo>
                    <a:pt x="1982216" y="1112529"/>
                  </a:lnTo>
                  <a:lnTo>
                    <a:pt x="1990407" y="1102282"/>
                  </a:lnTo>
                  <a:lnTo>
                    <a:pt x="1997517" y="1091069"/>
                  </a:lnTo>
                  <a:lnTo>
                    <a:pt x="2009484" y="1097790"/>
                  </a:lnTo>
                  <a:lnTo>
                    <a:pt x="2001568" y="1110274"/>
                  </a:lnTo>
                  <a:lnTo>
                    <a:pt x="1992450" y="1121681"/>
                  </a:lnTo>
                  <a:lnTo>
                    <a:pt x="1982129" y="1132013"/>
                  </a:lnTo>
                  <a:lnTo>
                    <a:pt x="1970605" y="1141269"/>
                  </a:lnTo>
                  <a:close/>
                </a:path>
                <a:path w="2026920" h="1167129">
                  <a:moveTo>
                    <a:pt x="1891813" y="1166656"/>
                  </a:moveTo>
                  <a:lnTo>
                    <a:pt x="1870757" y="1166656"/>
                  </a:lnTo>
                  <a:lnTo>
                    <a:pt x="1870757" y="1152930"/>
                  </a:lnTo>
                  <a:lnTo>
                    <a:pt x="1891813" y="1152930"/>
                  </a:lnTo>
                  <a:lnTo>
                    <a:pt x="1899746" y="1152673"/>
                  </a:lnTo>
                  <a:lnTo>
                    <a:pt x="1907612" y="1151901"/>
                  </a:lnTo>
                  <a:lnTo>
                    <a:pt x="1915409" y="1150615"/>
                  </a:lnTo>
                  <a:lnTo>
                    <a:pt x="1923139" y="1148814"/>
                  </a:lnTo>
                  <a:lnTo>
                    <a:pt x="1926686" y="1162073"/>
                  </a:lnTo>
                  <a:lnTo>
                    <a:pt x="1918080" y="1164078"/>
                  </a:lnTo>
                  <a:lnTo>
                    <a:pt x="1909400" y="1165510"/>
                  </a:lnTo>
                  <a:lnTo>
                    <a:pt x="1900644" y="1166369"/>
                  </a:lnTo>
                  <a:lnTo>
                    <a:pt x="1891813" y="1166656"/>
                  </a:lnTo>
                  <a:close/>
                </a:path>
                <a:path w="2026920" h="1167129">
                  <a:moveTo>
                    <a:pt x="1825006" y="1166656"/>
                  </a:moveTo>
                  <a:lnTo>
                    <a:pt x="1770104" y="1166656"/>
                  </a:lnTo>
                  <a:lnTo>
                    <a:pt x="1770104" y="1152930"/>
                  </a:lnTo>
                  <a:lnTo>
                    <a:pt x="1825006" y="1152930"/>
                  </a:lnTo>
                  <a:lnTo>
                    <a:pt x="1825006" y="1166656"/>
                  </a:lnTo>
                  <a:close/>
                </a:path>
                <a:path w="2026920" h="1167129">
                  <a:moveTo>
                    <a:pt x="1724353" y="1166656"/>
                  </a:moveTo>
                  <a:lnTo>
                    <a:pt x="1669452" y="1166656"/>
                  </a:lnTo>
                  <a:lnTo>
                    <a:pt x="1669452" y="1152930"/>
                  </a:lnTo>
                  <a:lnTo>
                    <a:pt x="1724353" y="1152930"/>
                  </a:lnTo>
                  <a:lnTo>
                    <a:pt x="1724353" y="1166656"/>
                  </a:lnTo>
                  <a:close/>
                </a:path>
                <a:path w="2026920" h="1167129">
                  <a:moveTo>
                    <a:pt x="1623701" y="1166656"/>
                  </a:moveTo>
                  <a:lnTo>
                    <a:pt x="1568799" y="1166656"/>
                  </a:lnTo>
                  <a:lnTo>
                    <a:pt x="1568799" y="1152930"/>
                  </a:lnTo>
                  <a:lnTo>
                    <a:pt x="1623701" y="1152930"/>
                  </a:lnTo>
                  <a:lnTo>
                    <a:pt x="1623701" y="1166656"/>
                  </a:lnTo>
                  <a:close/>
                </a:path>
                <a:path w="2026920" h="1167129">
                  <a:moveTo>
                    <a:pt x="1523048" y="1166656"/>
                  </a:moveTo>
                  <a:lnTo>
                    <a:pt x="1468146" y="1166656"/>
                  </a:lnTo>
                  <a:lnTo>
                    <a:pt x="1468146" y="1152930"/>
                  </a:lnTo>
                  <a:lnTo>
                    <a:pt x="1523048" y="1152930"/>
                  </a:lnTo>
                  <a:lnTo>
                    <a:pt x="1523048" y="1166656"/>
                  </a:lnTo>
                  <a:close/>
                </a:path>
                <a:path w="2026920" h="1167129">
                  <a:moveTo>
                    <a:pt x="1422395" y="1166656"/>
                  </a:moveTo>
                  <a:lnTo>
                    <a:pt x="1367494" y="1166656"/>
                  </a:lnTo>
                  <a:lnTo>
                    <a:pt x="1367494" y="1152930"/>
                  </a:lnTo>
                  <a:lnTo>
                    <a:pt x="1422395" y="1152930"/>
                  </a:lnTo>
                  <a:lnTo>
                    <a:pt x="1422395" y="1166656"/>
                  </a:lnTo>
                  <a:close/>
                </a:path>
                <a:path w="2026920" h="1167129">
                  <a:moveTo>
                    <a:pt x="1321742" y="1166656"/>
                  </a:moveTo>
                  <a:lnTo>
                    <a:pt x="1266841" y="1166656"/>
                  </a:lnTo>
                  <a:lnTo>
                    <a:pt x="1266841" y="1152930"/>
                  </a:lnTo>
                  <a:lnTo>
                    <a:pt x="1321742" y="1152930"/>
                  </a:lnTo>
                  <a:lnTo>
                    <a:pt x="1321742" y="1166656"/>
                  </a:lnTo>
                  <a:close/>
                </a:path>
                <a:path w="2026920" h="1167129">
                  <a:moveTo>
                    <a:pt x="1221090" y="1166656"/>
                  </a:moveTo>
                  <a:lnTo>
                    <a:pt x="1166188" y="1166656"/>
                  </a:lnTo>
                  <a:lnTo>
                    <a:pt x="1166188" y="1152930"/>
                  </a:lnTo>
                  <a:lnTo>
                    <a:pt x="1221090" y="1152930"/>
                  </a:lnTo>
                  <a:lnTo>
                    <a:pt x="1221090" y="1166656"/>
                  </a:lnTo>
                  <a:close/>
                </a:path>
                <a:path w="2026920" h="1167129">
                  <a:moveTo>
                    <a:pt x="1120437" y="1166656"/>
                  </a:moveTo>
                  <a:lnTo>
                    <a:pt x="1065536" y="1166656"/>
                  </a:lnTo>
                  <a:lnTo>
                    <a:pt x="1065536" y="1152930"/>
                  </a:lnTo>
                  <a:lnTo>
                    <a:pt x="1120437" y="1152930"/>
                  </a:lnTo>
                  <a:lnTo>
                    <a:pt x="1120437" y="1166656"/>
                  </a:lnTo>
                  <a:close/>
                </a:path>
                <a:path w="2026920" h="1167129">
                  <a:moveTo>
                    <a:pt x="1019784" y="1166656"/>
                  </a:moveTo>
                  <a:lnTo>
                    <a:pt x="964883" y="1166656"/>
                  </a:lnTo>
                  <a:lnTo>
                    <a:pt x="964883" y="1152930"/>
                  </a:lnTo>
                  <a:lnTo>
                    <a:pt x="1019784" y="1152930"/>
                  </a:lnTo>
                  <a:lnTo>
                    <a:pt x="1019784" y="1166656"/>
                  </a:lnTo>
                  <a:close/>
                </a:path>
                <a:path w="2026920" h="1167129">
                  <a:moveTo>
                    <a:pt x="919132" y="1166656"/>
                  </a:moveTo>
                  <a:lnTo>
                    <a:pt x="864230" y="1166656"/>
                  </a:lnTo>
                  <a:lnTo>
                    <a:pt x="864230" y="1152930"/>
                  </a:lnTo>
                  <a:lnTo>
                    <a:pt x="919132" y="1152930"/>
                  </a:lnTo>
                  <a:lnTo>
                    <a:pt x="919132" y="1166656"/>
                  </a:lnTo>
                  <a:close/>
                </a:path>
                <a:path w="2026920" h="1167129">
                  <a:moveTo>
                    <a:pt x="818479" y="1166656"/>
                  </a:moveTo>
                  <a:lnTo>
                    <a:pt x="763577" y="1166656"/>
                  </a:lnTo>
                  <a:lnTo>
                    <a:pt x="763577" y="1152930"/>
                  </a:lnTo>
                  <a:lnTo>
                    <a:pt x="818479" y="1152930"/>
                  </a:lnTo>
                  <a:lnTo>
                    <a:pt x="818479" y="1166656"/>
                  </a:lnTo>
                  <a:close/>
                </a:path>
                <a:path w="2026920" h="1167129">
                  <a:moveTo>
                    <a:pt x="717826" y="1166656"/>
                  </a:moveTo>
                  <a:lnTo>
                    <a:pt x="662925" y="1166656"/>
                  </a:lnTo>
                  <a:lnTo>
                    <a:pt x="662925" y="1152930"/>
                  </a:lnTo>
                  <a:lnTo>
                    <a:pt x="717826" y="1152930"/>
                  </a:lnTo>
                  <a:lnTo>
                    <a:pt x="717826" y="1166656"/>
                  </a:lnTo>
                  <a:close/>
                </a:path>
                <a:path w="2026920" h="1167129">
                  <a:moveTo>
                    <a:pt x="617174" y="1166656"/>
                  </a:moveTo>
                  <a:lnTo>
                    <a:pt x="562272" y="1166656"/>
                  </a:lnTo>
                  <a:lnTo>
                    <a:pt x="562272" y="1152930"/>
                  </a:lnTo>
                  <a:lnTo>
                    <a:pt x="617174" y="1152930"/>
                  </a:lnTo>
                  <a:lnTo>
                    <a:pt x="617174" y="1166656"/>
                  </a:lnTo>
                  <a:close/>
                </a:path>
                <a:path w="2026920" h="1167129">
                  <a:moveTo>
                    <a:pt x="516521" y="1166656"/>
                  </a:moveTo>
                  <a:lnTo>
                    <a:pt x="461619" y="1166656"/>
                  </a:lnTo>
                  <a:lnTo>
                    <a:pt x="461619" y="1152930"/>
                  </a:lnTo>
                  <a:lnTo>
                    <a:pt x="516521" y="1152930"/>
                  </a:lnTo>
                  <a:lnTo>
                    <a:pt x="516521" y="1166656"/>
                  </a:lnTo>
                  <a:close/>
                </a:path>
                <a:path w="2026920" h="1167129">
                  <a:moveTo>
                    <a:pt x="415868" y="1166656"/>
                  </a:moveTo>
                  <a:lnTo>
                    <a:pt x="360967" y="1166656"/>
                  </a:lnTo>
                  <a:lnTo>
                    <a:pt x="360967" y="1152930"/>
                  </a:lnTo>
                  <a:lnTo>
                    <a:pt x="415868" y="1152930"/>
                  </a:lnTo>
                  <a:lnTo>
                    <a:pt x="415868" y="1166656"/>
                  </a:lnTo>
                  <a:close/>
                </a:path>
                <a:path w="2026920" h="1167129">
                  <a:moveTo>
                    <a:pt x="315215" y="1166656"/>
                  </a:moveTo>
                  <a:lnTo>
                    <a:pt x="260314" y="1166656"/>
                  </a:lnTo>
                  <a:lnTo>
                    <a:pt x="260314" y="1152930"/>
                  </a:lnTo>
                  <a:lnTo>
                    <a:pt x="315215" y="1152930"/>
                  </a:lnTo>
                  <a:lnTo>
                    <a:pt x="315215" y="1166656"/>
                  </a:lnTo>
                  <a:close/>
                </a:path>
                <a:path w="2026920" h="1167129">
                  <a:moveTo>
                    <a:pt x="214563" y="1166656"/>
                  </a:moveTo>
                  <a:lnTo>
                    <a:pt x="159661" y="1166656"/>
                  </a:lnTo>
                  <a:lnTo>
                    <a:pt x="159661" y="1152930"/>
                  </a:lnTo>
                  <a:lnTo>
                    <a:pt x="214563" y="1152930"/>
                  </a:lnTo>
                  <a:lnTo>
                    <a:pt x="214563" y="1166656"/>
                  </a:lnTo>
                  <a:close/>
                </a:path>
                <a:path w="2026920" h="1167129">
                  <a:moveTo>
                    <a:pt x="113479" y="1164935"/>
                  </a:moveTo>
                  <a:lnTo>
                    <a:pt x="99062" y="1161815"/>
                  </a:lnTo>
                  <a:lnTo>
                    <a:pt x="85236" y="1157201"/>
                  </a:lnTo>
                  <a:lnTo>
                    <a:pt x="72002" y="1151094"/>
                  </a:lnTo>
                  <a:lnTo>
                    <a:pt x="59361" y="1143492"/>
                  </a:lnTo>
                  <a:lnTo>
                    <a:pt x="67049" y="1132122"/>
                  </a:lnTo>
                  <a:lnTo>
                    <a:pt x="78405" y="1138951"/>
                  </a:lnTo>
                  <a:lnTo>
                    <a:pt x="90293" y="1144437"/>
                  </a:lnTo>
                  <a:lnTo>
                    <a:pt x="102713" y="1148582"/>
                  </a:lnTo>
                  <a:lnTo>
                    <a:pt x="115664" y="1151384"/>
                  </a:lnTo>
                  <a:lnTo>
                    <a:pt x="113479" y="1164935"/>
                  </a:lnTo>
                  <a:close/>
                </a:path>
                <a:path w="2026920" h="1167129">
                  <a:moveTo>
                    <a:pt x="24534" y="1109282"/>
                  </a:moveTo>
                  <a:lnTo>
                    <a:pt x="16704" y="1096773"/>
                  </a:lnTo>
                  <a:lnTo>
                    <a:pt x="10359" y="1083646"/>
                  </a:lnTo>
                  <a:lnTo>
                    <a:pt x="5499" y="1069899"/>
                  </a:lnTo>
                  <a:lnTo>
                    <a:pt x="2123" y="1055534"/>
                  </a:lnTo>
                  <a:lnTo>
                    <a:pt x="15632" y="1053110"/>
                  </a:lnTo>
                  <a:lnTo>
                    <a:pt x="18665" y="1066014"/>
                  </a:lnTo>
                  <a:lnTo>
                    <a:pt x="23031" y="1078363"/>
                  </a:lnTo>
                  <a:lnTo>
                    <a:pt x="28731" y="1090155"/>
                  </a:lnTo>
                  <a:lnTo>
                    <a:pt x="35764" y="1101391"/>
                  </a:lnTo>
                  <a:lnTo>
                    <a:pt x="24534" y="1109282"/>
                  </a:lnTo>
                  <a:close/>
                </a:path>
                <a:path w="2026920" h="1167129">
                  <a:moveTo>
                    <a:pt x="13725" y="1009256"/>
                  </a:moveTo>
                  <a:lnTo>
                    <a:pt x="0" y="1009256"/>
                  </a:lnTo>
                  <a:lnTo>
                    <a:pt x="0" y="954355"/>
                  </a:lnTo>
                  <a:lnTo>
                    <a:pt x="13725" y="954355"/>
                  </a:lnTo>
                  <a:lnTo>
                    <a:pt x="13725" y="1009256"/>
                  </a:lnTo>
                  <a:close/>
                </a:path>
                <a:path w="2026920" h="1167129">
                  <a:moveTo>
                    <a:pt x="13725" y="908604"/>
                  </a:moveTo>
                  <a:lnTo>
                    <a:pt x="0" y="908604"/>
                  </a:lnTo>
                  <a:lnTo>
                    <a:pt x="0" y="853702"/>
                  </a:lnTo>
                  <a:lnTo>
                    <a:pt x="13725" y="853702"/>
                  </a:lnTo>
                  <a:lnTo>
                    <a:pt x="13725" y="908604"/>
                  </a:lnTo>
                  <a:close/>
                </a:path>
                <a:path w="2026920" h="1167129">
                  <a:moveTo>
                    <a:pt x="13725" y="807951"/>
                  </a:moveTo>
                  <a:lnTo>
                    <a:pt x="0" y="807951"/>
                  </a:lnTo>
                  <a:lnTo>
                    <a:pt x="0" y="753049"/>
                  </a:lnTo>
                  <a:lnTo>
                    <a:pt x="13725" y="753049"/>
                  </a:lnTo>
                  <a:lnTo>
                    <a:pt x="13725" y="807951"/>
                  </a:lnTo>
                  <a:close/>
                </a:path>
                <a:path w="2026920" h="1167129">
                  <a:moveTo>
                    <a:pt x="13725" y="707298"/>
                  </a:moveTo>
                  <a:lnTo>
                    <a:pt x="0" y="707298"/>
                  </a:lnTo>
                  <a:lnTo>
                    <a:pt x="0" y="652397"/>
                  </a:lnTo>
                  <a:lnTo>
                    <a:pt x="13725" y="652397"/>
                  </a:lnTo>
                  <a:lnTo>
                    <a:pt x="13725" y="707298"/>
                  </a:lnTo>
                  <a:close/>
                </a:path>
                <a:path w="2026920" h="1167129">
                  <a:moveTo>
                    <a:pt x="13725" y="606646"/>
                  </a:moveTo>
                  <a:lnTo>
                    <a:pt x="0" y="606646"/>
                  </a:lnTo>
                  <a:lnTo>
                    <a:pt x="0" y="551744"/>
                  </a:lnTo>
                  <a:lnTo>
                    <a:pt x="13725" y="551744"/>
                  </a:lnTo>
                  <a:lnTo>
                    <a:pt x="13725" y="606646"/>
                  </a:lnTo>
                  <a:close/>
                </a:path>
                <a:path w="2026920" h="1167129">
                  <a:moveTo>
                    <a:pt x="13725" y="505993"/>
                  </a:moveTo>
                  <a:lnTo>
                    <a:pt x="0" y="505993"/>
                  </a:lnTo>
                  <a:lnTo>
                    <a:pt x="0" y="451091"/>
                  </a:lnTo>
                  <a:lnTo>
                    <a:pt x="13725" y="451091"/>
                  </a:lnTo>
                  <a:lnTo>
                    <a:pt x="13725" y="505993"/>
                  </a:lnTo>
                  <a:close/>
                </a:path>
                <a:path w="2026920" h="1167129">
                  <a:moveTo>
                    <a:pt x="13725" y="405340"/>
                  </a:moveTo>
                  <a:lnTo>
                    <a:pt x="0" y="405340"/>
                  </a:lnTo>
                  <a:lnTo>
                    <a:pt x="0" y="350439"/>
                  </a:lnTo>
                  <a:lnTo>
                    <a:pt x="13725" y="350439"/>
                  </a:lnTo>
                  <a:lnTo>
                    <a:pt x="13725" y="405340"/>
                  </a:lnTo>
                  <a:close/>
                </a:path>
                <a:path w="2026920" h="1167129">
                  <a:moveTo>
                    <a:pt x="13725" y="304687"/>
                  </a:moveTo>
                  <a:lnTo>
                    <a:pt x="0" y="304687"/>
                  </a:lnTo>
                  <a:lnTo>
                    <a:pt x="0" y="249786"/>
                  </a:lnTo>
                  <a:lnTo>
                    <a:pt x="13725" y="249786"/>
                  </a:lnTo>
                  <a:lnTo>
                    <a:pt x="13725" y="304687"/>
                  </a:lnTo>
                  <a:close/>
                </a:path>
                <a:path w="2026920" h="1167129">
                  <a:moveTo>
                    <a:pt x="13725" y="204035"/>
                  </a:moveTo>
                  <a:lnTo>
                    <a:pt x="0" y="204035"/>
                  </a:lnTo>
                  <a:lnTo>
                    <a:pt x="0" y="149133"/>
                  </a:lnTo>
                  <a:lnTo>
                    <a:pt x="13725" y="149133"/>
                  </a:lnTo>
                  <a:lnTo>
                    <a:pt x="13725" y="204035"/>
                  </a:lnTo>
                  <a:close/>
                </a:path>
                <a:path w="2026920" h="1167129">
                  <a:moveTo>
                    <a:pt x="17292" y="105772"/>
                  </a:moveTo>
                  <a:lnTo>
                    <a:pt x="3971" y="102468"/>
                  </a:lnTo>
                  <a:lnTo>
                    <a:pt x="8281" y="88355"/>
                  </a:lnTo>
                  <a:lnTo>
                    <a:pt x="14031" y="74957"/>
                  </a:lnTo>
                  <a:lnTo>
                    <a:pt x="21223" y="62273"/>
                  </a:lnTo>
                  <a:lnTo>
                    <a:pt x="29855" y="50305"/>
                  </a:lnTo>
                  <a:lnTo>
                    <a:pt x="40543" y="58915"/>
                  </a:lnTo>
                  <a:lnTo>
                    <a:pt x="32789" y="69665"/>
                  </a:lnTo>
                  <a:lnTo>
                    <a:pt x="26330" y="81059"/>
                  </a:lnTo>
                  <a:lnTo>
                    <a:pt x="21164" y="93094"/>
                  </a:lnTo>
                  <a:lnTo>
                    <a:pt x="17292" y="105772"/>
                  </a:lnTo>
                  <a:close/>
                </a:path>
                <a:path w="2026920" h="1167129">
                  <a:moveTo>
                    <a:pt x="73723" y="30330"/>
                  </a:moveTo>
                  <a:lnTo>
                    <a:pt x="107481" y="2806"/>
                  </a:lnTo>
                  <a:lnTo>
                    <a:pt x="122028" y="621"/>
                  </a:lnTo>
                  <a:lnTo>
                    <a:pt x="123344" y="14283"/>
                  </a:lnTo>
                  <a:lnTo>
                    <a:pt x="110276" y="16246"/>
                  </a:lnTo>
                  <a:lnTo>
                    <a:pt x="97650" y="19575"/>
                  </a:lnTo>
                  <a:lnTo>
                    <a:pt x="85465" y="24269"/>
                  </a:lnTo>
                  <a:lnTo>
                    <a:pt x="73723" y="30330"/>
                  </a:lnTo>
                  <a:close/>
                </a:path>
                <a:path w="2026920" h="1167129">
                  <a:moveTo>
                    <a:pt x="189867" y="13725"/>
                  </a:moveTo>
                  <a:lnTo>
                    <a:pt x="134966" y="13725"/>
                  </a:lnTo>
                  <a:lnTo>
                    <a:pt x="134966" y="0"/>
                  </a:lnTo>
                  <a:lnTo>
                    <a:pt x="189867" y="0"/>
                  </a:lnTo>
                  <a:lnTo>
                    <a:pt x="189867" y="13725"/>
                  </a:lnTo>
                  <a:close/>
                </a:path>
              </a:pathLst>
            </a:custGeom>
            <a:solidFill>
              <a:srgbClr val="8F9A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107131" y="5681752"/>
            <a:ext cx="975994" cy="9906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35"/>
              </a:spcBef>
            </a:pPr>
            <a:r>
              <a:rPr dirty="0" sz="1050" spc="105" b="1">
                <a:solidFill>
                  <a:srgbClr val="3345C3"/>
                </a:solidFill>
                <a:latin typeface="Tahoma"/>
                <a:cs typeface="Tahoma"/>
              </a:rPr>
              <a:t>TOOLS</a:t>
            </a:r>
            <a:endParaRPr sz="1050">
              <a:latin typeface="Tahoma"/>
              <a:cs typeface="Tahoma"/>
            </a:endParaRPr>
          </a:p>
          <a:p>
            <a:pPr algn="just" marL="12700" marR="5080">
              <a:lnSpc>
                <a:spcPct val="130100"/>
              </a:lnSpc>
              <a:spcBef>
                <a:spcPts val="175"/>
              </a:spcBef>
            </a:pPr>
            <a:r>
              <a:rPr dirty="0" sz="1200" spc="-10">
                <a:solidFill>
                  <a:srgbClr val="15203A"/>
                </a:solidFill>
                <a:latin typeface="Courier New"/>
                <a:cs typeface="Courier New"/>
              </a:rPr>
              <a:t>web_search fetch_page calculator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284652" y="4166734"/>
            <a:ext cx="3836670" cy="3134360"/>
            <a:chOff x="4284652" y="4166734"/>
            <a:chExt cx="3836670" cy="3134360"/>
          </a:xfrm>
        </p:grpSpPr>
        <p:sp>
          <p:nvSpPr>
            <p:cNvPr id="40" name="object 40"/>
            <p:cNvSpPr/>
            <p:nvPr/>
          </p:nvSpPr>
          <p:spPr>
            <a:xfrm>
              <a:off x="4333000" y="6134037"/>
              <a:ext cx="567690" cy="0"/>
            </a:xfrm>
            <a:custGeom>
              <a:avLst/>
              <a:gdLst/>
              <a:ahLst/>
              <a:cxnLst/>
              <a:rect l="l" t="t" r="r" b="b"/>
              <a:pathLst>
                <a:path w="567689" h="0">
                  <a:moveTo>
                    <a:pt x="0" y="0"/>
                  </a:moveTo>
                  <a:lnTo>
                    <a:pt x="567315" y="0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35611" y="6042534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4" h="183514">
                  <a:moveTo>
                    <a:pt x="0" y="183004"/>
                  </a:moveTo>
                  <a:lnTo>
                    <a:pt x="0" y="0"/>
                  </a:lnTo>
                  <a:lnTo>
                    <a:pt x="183004" y="91502"/>
                  </a:lnTo>
                  <a:lnTo>
                    <a:pt x="0" y="183004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333000" y="6280441"/>
              <a:ext cx="567690" cy="0"/>
            </a:xfrm>
            <a:custGeom>
              <a:avLst/>
              <a:gdLst/>
              <a:ahLst/>
              <a:cxnLst/>
              <a:rect l="l" t="t" r="r" b="b"/>
              <a:pathLst>
                <a:path w="567689" h="0">
                  <a:moveTo>
                    <a:pt x="567315" y="0"/>
                  </a:moveTo>
                  <a:lnTo>
                    <a:pt x="0" y="0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14700" y="6188938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4" h="183514">
                  <a:moveTo>
                    <a:pt x="183004" y="0"/>
                  </a:moveTo>
                  <a:lnTo>
                    <a:pt x="183004" y="183004"/>
                  </a:lnTo>
                  <a:lnTo>
                    <a:pt x="0" y="91502"/>
                  </a:lnTo>
                  <a:lnTo>
                    <a:pt x="183004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296399" y="4258236"/>
              <a:ext cx="3806825" cy="2910205"/>
            </a:xfrm>
            <a:custGeom>
              <a:avLst/>
              <a:gdLst/>
              <a:ahLst/>
              <a:cxnLst/>
              <a:rect l="l" t="t" r="r" b="b"/>
              <a:pathLst>
                <a:path w="3806825" h="2910204">
                  <a:moveTo>
                    <a:pt x="0" y="2909778"/>
                  </a:moveTo>
                  <a:lnTo>
                    <a:pt x="3220886" y="2909778"/>
                  </a:lnTo>
                  <a:lnTo>
                    <a:pt x="3220886" y="0"/>
                  </a:lnTo>
                  <a:lnTo>
                    <a:pt x="3806502" y="0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938197" y="4166734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4">
                  <a:moveTo>
                    <a:pt x="0" y="183004"/>
                  </a:moveTo>
                  <a:lnTo>
                    <a:pt x="0" y="0"/>
                  </a:lnTo>
                  <a:lnTo>
                    <a:pt x="183004" y="91502"/>
                  </a:lnTo>
                  <a:lnTo>
                    <a:pt x="0" y="183004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668936" y="7039911"/>
              <a:ext cx="1080135" cy="256540"/>
            </a:xfrm>
            <a:custGeom>
              <a:avLst/>
              <a:gdLst/>
              <a:ahLst/>
              <a:cxnLst/>
              <a:rect l="l" t="t" r="r" b="b"/>
              <a:pathLst>
                <a:path w="1080134" h="256540">
                  <a:moveTo>
                    <a:pt x="960036" y="256206"/>
                  </a:moveTo>
                  <a:lnTo>
                    <a:pt x="119692" y="256206"/>
                  </a:lnTo>
                  <a:lnTo>
                    <a:pt x="111361" y="255385"/>
                  </a:lnTo>
                  <a:lnTo>
                    <a:pt x="71308" y="243236"/>
                  </a:lnTo>
                  <a:lnTo>
                    <a:pt x="31572" y="212738"/>
                  </a:lnTo>
                  <a:lnTo>
                    <a:pt x="6532" y="169354"/>
                  </a:lnTo>
                  <a:lnTo>
                    <a:pt x="0" y="136515"/>
                  </a:lnTo>
                  <a:lnTo>
                    <a:pt x="0" y="119691"/>
                  </a:lnTo>
                  <a:lnTo>
                    <a:pt x="12970" y="71308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960036" y="0"/>
                  </a:lnTo>
                  <a:lnTo>
                    <a:pt x="1008419" y="12970"/>
                  </a:lnTo>
                  <a:lnTo>
                    <a:pt x="1048155" y="43467"/>
                  </a:lnTo>
                  <a:lnTo>
                    <a:pt x="1073196" y="86851"/>
                  </a:lnTo>
                  <a:lnTo>
                    <a:pt x="1079729" y="119691"/>
                  </a:lnTo>
                  <a:lnTo>
                    <a:pt x="1079729" y="136515"/>
                  </a:lnTo>
                  <a:lnTo>
                    <a:pt x="1066758" y="184897"/>
                  </a:lnTo>
                  <a:lnTo>
                    <a:pt x="1036260" y="224633"/>
                  </a:lnTo>
                  <a:lnTo>
                    <a:pt x="992876" y="249673"/>
                  </a:lnTo>
                  <a:lnTo>
                    <a:pt x="968366" y="255386"/>
                  </a:lnTo>
                  <a:lnTo>
                    <a:pt x="960036" y="256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668936" y="7039911"/>
              <a:ext cx="1080135" cy="256540"/>
            </a:xfrm>
            <a:custGeom>
              <a:avLst/>
              <a:gdLst/>
              <a:ahLst/>
              <a:cxnLst/>
              <a:rect l="l" t="t" r="r" b="b"/>
              <a:pathLst>
                <a:path w="1080134" h="256540">
                  <a:moveTo>
                    <a:pt x="128103" y="0"/>
                  </a:moveTo>
                  <a:lnTo>
                    <a:pt x="951625" y="0"/>
                  </a:lnTo>
                  <a:lnTo>
                    <a:pt x="960036" y="0"/>
                  </a:lnTo>
                  <a:lnTo>
                    <a:pt x="968366" y="820"/>
                  </a:lnTo>
                  <a:lnTo>
                    <a:pt x="976616" y="2461"/>
                  </a:lnTo>
                  <a:lnTo>
                    <a:pt x="984866" y="4102"/>
                  </a:lnTo>
                  <a:lnTo>
                    <a:pt x="992876" y="6532"/>
                  </a:lnTo>
                  <a:lnTo>
                    <a:pt x="1000648" y="9751"/>
                  </a:lnTo>
                  <a:lnTo>
                    <a:pt x="1008419" y="12970"/>
                  </a:lnTo>
                  <a:lnTo>
                    <a:pt x="1015802" y="16915"/>
                  </a:lnTo>
                  <a:lnTo>
                    <a:pt x="1022795" y="21589"/>
                  </a:lnTo>
                  <a:lnTo>
                    <a:pt x="1029789" y="26262"/>
                  </a:lnTo>
                  <a:lnTo>
                    <a:pt x="1058139" y="56932"/>
                  </a:lnTo>
                  <a:lnTo>
                    <a:pt x="1075626" y="94861"/>
                  </a:lnTo>
                  <a:lnTo>
                    <a:pt x="1079729" y="119691"/>
                  </a:lnTo>
                  <a:lnTo>
                    <a:pt x="1079729" y="128103"/>
                  </a:lnTo>
                  <a:lnTo>
                    <a:pt x="1079729" y="136515"/>
                  </a:lnTo>
                  <a:lnTo>
                    <a:pt x="1069977" y="177125"/>
                  </a:lnTo>
                  <a:lnTo>
                    <a:pt x="1048155" y="212738"/>
                  </a:lnTo>
                  <a:lnTo>
                    <a:pt x="1015802" y="239290"/>
                  </a:lnTo>
                  <a:lnTo>
                    <a:pt x="976616" y="253745"/>
                  </a:lnTo>
                  <a:lnTo>
                    <a:pt x="951625" y="256206"/>
                  </a:lnTo>
                  <a:lnTo>
                    <a:pt x="128103" y="256206"/>
                  </a:lnTo>
                  <a:lnTo>
                    <a:pt x="86851" y="249673"/>
                  </a:lnTo>
                  <a:lnTo>
                    <a:pt x="79079" y="246454"/>
                  </a:lnTo>
                  <a:lnTo>
                    <a:pt x="71308" y="243236"/>
                  </a:lnTo>
                  <a:lnTo>
                    <a:pt x="63926" y="239289"/>
                  </a:lnTo>
                  <a:lnTo>
                    <a:pt x="56932" y="234616"/>
                  </a:lnTo>
                  <a:lnTo>
                    <a:pt x="49939" y="229944"/>
                  </a:lnTo>
                  <a:lnTo>
                    <a:pt x="43468" y="224633"/>
                  </a:lnTo>
                  <a:lnTo>
                    <a:pt x="37520" y="218686"/>
                  </a:lnTo>
                  <a:lnTo>
                    <a:pt x="31572" y="212738"/>
                  </a:lnTo>
                  <a:lnTo>
                    <a:pt x="26262" y="206267"/>
                  </a:lnTo>
                  <a:lnTo>
                    <a:pt x="21589" y="199273"/>
                  </a:lnTo>
                  <a:lnTo>
                    <a:pt x="16915" y="192279"/>
                  </a:lnTo>
                  <a:lnTo>
                    <a:pt x="2461" y="153094"/>
                  </a:lnTo>
                  <a:lnTo>
                    <a:pt x="820" y="144845"/>
                  </a:lnTo>
                  <a:lnTo>
                    <a:pt x="0" y="136515"/>
                  </a:lnTo>
                  <a:lnTo>
                    <a:pt x="0" y="128103"/>
                  </a:lnTo>
                  <a:lnTo>
                    <a:pt x="0" y="119691"/>
                  </a:lnTo>
                  <a:lnTo>
                    <a:pt x="820" y="111360"/>
                  </a:lnTo>
                  <a:lnTo>
                    <a:pt x="2461" y="103111"/>
                  </a:lnTo>
                  <a:lnTo>
                    <a:pt x="4102" y="94861"/>
                  </a:lnTo>
                  <a:lnTo>
                    <a:pt x="21589" y="56932"/>
                  </a:lnTo>
                  <a:lnTo>
                    <a:pt x="26262" y="49938"/>
                  </a:lnTo>
                  <a:lnTo>
                    <a:pt x="31572" y="43467"/>
                  </a:lnTo>
                  <a:lnTo>
                    <a:pt x="37520" y="37520"/>
                  </a:lnTo>
                  <a:lnTo>
                    <a:pt x="43468" y="31572"/>
                  </a:lnTo>
                  <a:lnTo>
                    <a:pt x="49939" y="26262"/>
                  </a:lnTo>
                  <a:lnTo>
                    <a:pt x="56932" y="21589"/>
                  </a:lnTo>
                  <a:lnTo>
                    <a:pt x="63926" y="16915"/>
                  </a:lnTo>
                  <a:lnTo>
                    <a:pt x="103111" y="2461"/>
                  </a:lnTo>
                  <a:lnTo>
                    <a:pt x="111361" y="820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9150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8130294" y="3928771"/>
            <a:ext cx="3587115" cy="659130"/>
            <a:chOff x="8130294" y="3928771"/>
            <a:chExt cx="3587115" cy="659130"/>
          </a:xfrm>
        </p:grpSpPr>
        <p:sp>
          <p:nvSpPr>
            <p:cNvPr id="50" name="object 50"/>
            <p:cNvSpPr/>
            <p:nvPr/>
          </p:nvSpPr>
          <p:spPr>
            <a:xfrm>
              <a:off x="8139501" y="3937978"/>
              <a:ext cx="3568700" cy="640715"/>
            </a:xfrm>
            <a:custGeom>
              <a:avLst/>
              <a:gdLst/>
              <a:ahLst/>
              <a:cxnLst/>
              <a:rect l="l" t="t" r="r" b="b"/>
              <a:pathLst>
                <a:path w="3568700" h="640714">
                  <a:moveTo>
                    <a:pt x="3448903" y="640517"/>
                  </a:moveTo>
                  <a:lnTo>
                    <a:pt x="119692" y="640517"/>
                  </a:lnTo>
                  <a:lnTo>
                    <a:pt x="111361" y="639696"/>
                  </a:lnTo>
                  <a:lnTo>
                    <a:pt x="71309" y="627546"/>
                  </a:lnTo>
                  <a:lnTo>
                    <a:pt x="31572" y="597048"/>
                  </a:lnTo>
                  <a:lnTo>
                    <a:pt x="6532" y="553665"/>
                  </a:lnTo>
                  <a:lnTo>
                    <a:pt x="0" y="520825"/>
                  </a:lnTo>
                  <a:lnTo>
                    <a:pt x="0" y="119691"/>
                  </a:lnTo>
                  <a:lnTo>
                    <a:pt x="12970" y="71309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3448903" y="0"/>
                  </a:lnTo>
                  <a:lnTo>
                    <a:pt x="3497286" y="12970"/>
                  </a:lnTo>
                  <a:lnTo>
                    <a:pt x="3537022" y="43468"/>
                  </a:lnTo>
                  <a:lnTo>
                    <a:pt x="3562061" y="86851"/>
                  </a:lnTo>
                  <a:lnTo>
                    <a:pt x="3568595" y="119691"/>
                  </a:lnTo>
                  <a:lnTo>
                    <a:pt x="3568595" y="520825"/>
                  </a:lnTo>
                  <a:lnTo>
                    <a:pt x="3555624" y="569207"/>
                  </a:lnTo>
                  <a:lnTo>
                    <a:pt x="3525127" y="608944"/>
                  </a:lnTo>
                  <a:lnTo>
                    <a:pt x="3481743" y="633984"/>
                  </a:lnTo>
                  <a:lnTo>
                    <a:pt x="3457234" y="639696"/>
                  </a:lnTo>
                  <a:lnTo>
                    <a:pt x="3448903" y="6405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139501" y="3937978"/>
              <a:ext cx="3568700" cy="640715"/>
            </a:xfrm>
            <a:custGeom>
              <a:avLst/>
              <a:gdLst/>
              <a:ahLst/>
              <a:cxnLst/>
              <a:rect l="l" t="t" r="r" b="b"/>
              <a:pathLst>
                <a:path w="3568700" h="640714">
                  <a:moveTo>
                    <a:pt x="128103" y="0"/>
                  </a:moveTo>
                  <a:lnTo>
                    <a:pt x="3440492" y="0"/>
                  </a:lnTo>
                  <a:lnTo>
                    <a:pt x="3448903" y="0"/>
                  </a:lnTo>
                  <a:lnTo>
                    <a:pt x="3457234" y="820"/>
                  </a:lnTo>
                  <a:lnTo>
                    <a:pt x="3497286" y="12970"/>
                  </a:lnTo>
                  <a:lnTo>
                    <a:pt x="3511662" y="21589"/>
                  </a:lnTo>
                  <a:lnTo>
                    <a:pt x="3518656" y="26262"/>
                  </a:lnTo>
                  <a:lnTo>
                    <a:pt x="3525127" y="31572"/>
                  </a:lnTo>
                  <a:lnTo>
                    <a:pt x="3531074" y="37520"/>
                  </a:lnTo>
                  <a:lnTo>
                    <a:pt x="3537022" y="43468"/>
                  </a:lnTo>
                  <a:lnTo>
                    <a:pt x="3558843" y="79080"/>
                  </a:lnTo>
                  <a:lnTo>
                    <a:pt x="3568595" y="119691"/>
                  </a:lnTo>
                  <a:lnTo>
                    <a:pt x="3568596" y="128103"/>
                  </a:lnTo>
                  <a:lnTo>
                    <a:pt x="3568596" y="512413"/>
                  </a:lnTo>
                  <a:lnTo>
                    <a:pt x="3562061" y="553665"/>
                  </a:lnTo>
                  <a:lnTo>
                    <a:pt x="3542332" y="590577"/>
                  </a:lnTo>
                  <a:lnTo>
                    <a:pt x="3511662" y="618927"/>
                  </a:lnTo>
                  <a:lnTo>
                    <a:pt x="3504669" y="623600"/>
                  </a:lnTo>
                  <a:lnTo>
                    <a:pt x="3465483" y="638055"/>
                  </a:lnTo>
                  <a:lnTo>
                    <a:pt x="3448903" y="640517"/>
                  </a:lnTo>
                  <a:lnTo>
                    <a:pt x="3440492" y="640517"/>
                  </a:lnTo>
                  <a:lnTo>
                    <a:pt x="128103" y="640517"/>
                  </a:lnTo>
                  <a:lnTo>
                    <a:pt x="119692" y="640517"/>
                  </a:lnTo>
                  <a:lnTo>
                    <a:pt x="111361" y="639696"/>
                  </a:lnTo>
                  <a:lnTo>
                    <a:pt x="103111" y="638055"/>
                  </a:lnTo>
                  <a:lnTo>
                    <a:pt x="94861" y="636414"/>
                  </a:lnTo>
                  <a:lnTo>
                    <a:pt x="86851" y="633984"/>
                  </a:lnTo>
                  <a:lnTo>
                    <a:pt x="79080" y="630765"/>
                  </a:lnTo>
                  <a:lnTo>
                    <a:pt x="71309" y="627546"/>
                  </a:lnTo>
                  <a:lnTo>
                    <a:pt x="37520" y="602996"/>
                  </a:lnTo>
                  <a:lnTo>
                    <a:pt x="31572" y="597048"/>
                  </a:lnTo>
                  <a:lnTo>
                    <a:pt x="9751" y="561436"/>
                  </a:lnTo>
                  <a:lnTo>
                    <a:pt x="0" y="520825"/>
                  </a:lnTo>
                  <a:lnTo>
                    <a:pt x="0" y="512413"/>
                  </a:lnTo>
                  <a:lnTo>
                    <a:pt x="0" y="128103"/>
                  </a:lnTo>
                  <a:lnTo>
                    <a:pt x="6532" y="86851"/>
                  </a:lnTo>
                  <a:lnTo>
                    <a:pt x="9751" y="79080"/>
                  </a:lnTo>
                  <a:lnTo>
                    <a:pt x="12970" y="71309"/>
                  </a:lnTo>
                  <a:lnTo>
                    <a:pt x="16915" y="63926"/>
                  </a:lnTo>
                  <a:lnTo>
                    <a:pt x="21589" y="56932"/>
                  </a:lnTo>
                  <a:lnTo>
                    <a:pt x="26262" y="49939"/>
                  </a:lnTo>
                  <a:lnTo>
                    <a:pt x="31572" y="43468"/>
                  </a:lnTo>
                  <a:lnTo>
                    <a:pt x="37520" y="37520"/>
                  </a:lnTo>
                  <a:lnTo>
                    <a:pt x="43468" y="31572"/>
                  </a:lnTo>
                  <a:lnTo>
                    <a:pt x="79080" y="9751"/>
                  </a:lnTo>
                  <a:lnTo>
                    <a:pt x="86851" y="6532"/>
                  </a:lnTo>
                  <a:lnTo>
                    <a:pt x="94861" y="4102"/>
                  </a:lnTo>
                  <a:lnTo>
                    <a:pt x="103111" y="2461"/>
                  </a:lnTo>
                  <a:lnTo>
                    <a:pt x="111361" y="820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18300">
              <a:solidFill>
                <a:srgbClr val="C881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8328069" y="3954416"/>
            <a:ext cx="1567815" cy="5187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15203A"/>
                </a:solidFill>
                <a:latin typeface="Tahoma"/>
                <a:cs typeface="Tahoma"/>
              </a:rPr>
              <a:t>writer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70">
                <a:solidFill>
                  <a:srgbClr val="646B7D"/>
                </a:solidFill>
                <a:latin typeface="Tahoma"/>
                <a:cs typeface="Tahoma"/>
              </a:rPr>
              <a:t>cited</a:t>
            </a:r>
            <a:r>
              <a:rPr dirty="0" sz="11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646B7D"/>
                </a:solidFill>
                <a:latin typeface="Tahoma"/>
                <a:cs typeface="Tahoma"/>
              </a:rPr>
              <a:t>markdown</a:t>
            </a:r>
            <a:r>
              <a:rPr dirty="0" sz="1100" spc="-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40">
                <a:solidFill>
                  <a:srgbClr val="646B7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130294" y="4990199"/>
            <a:ext cx="3587115" cy="659130"/>
            <a:chOff x="8130294" y="4990199"/>
            <a:chExt cx="3587115" cy="659130"/>
          </a:xfrm>
        </p:grpSpPr>
        <p:sp>
          <p:nvSpPr>
            <p:cNvPr id="54" name="object 54"/>
            <p:cNvSpPr/>
            <p:nvPr/>
          </p:nvSpPr>
          <p:spPr>
            <a:xfrm>
              <a:off x="8139501" y="4999406"/>
              <a:ext cx="3568700" cy="640715"/>
            </a:xfrm>
            <a:custGeom>
              <a:avLst/>
              <a:gdLst/>
              <a:ahLst/>
              <a:cxnLst/>
              <a:rect l="l" t="t" r="r" b="b"/>
              <a:pathLst>
                <a:path w="3568700" h="640714">
                  <a:moveTo>
                    <a:pt x="3448903" y="640517"/>
                  </a:moveTo>
                  <a:lnTo>
                    <a:pt x="119692" y="640517"/>
                  </a:lnTo>
                  <a:lnTo>
                    <a:pt x="111361" y="639696"/>
                  </a:lnTo>
                  <a:lnTo>
                    <a:pt x="71309" y="627546"/>
                  </a:lnTo>
                  <a:lnTo>
                    <a:pt x="31572" y="597048"/>
                  </a:lnTo>
                  <a:lnTo>
                    <a:pt x="6532" y="553665"/>
                  </a:lnTo>
                  <a:lnTo>
                    <a:pt x="0" y="520824"/>
                  </a:lnTo>
                  <a:lnTo>
                    <a:pt x="0" y="119691"/>
                  </a:lnTo>
                  <a:lnTo>
                    <a:pt x="12970" y="71308"/>
                  </a:lnTo>
                  <a:lnTo>
                    <a:pt x="43468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3" y="0"/>
                  </a:lnTo>
                  <a:lnTo>
                    <a:pt x="3448903" y="0"/>
                  </a:lnTo>
                  <a:lnTo>
                    <a:pt x="3497286" y="12970"/>
                  </a:lnTo>
                  <a:lnTo>
                    <a:pt x="3537022" y="43468"/>
                  </a:lnTo>
                  <a:lnTo>
                    <a:pt x="3562061" y="86851"/>
                  </a:lnTo>
                  <a:lnTo>
                    <a:pt x="3568595" y="119691"/>
                  </a:lnTo>
                  <a:lnTo>
                    <a:pt x="3568595" y="520824"/>
                  </a:lnTo>
                  <a:lnTo>
                    <a:pt x="3555624" y="569207"/>
                  </a:lnTo>
                  <a:lnTo>
                    <a:pt x="3525127" y="608944"/>
                  </a:lnTo>
                  <a:lnTo>
                    <a:pt x="3481743" y="633984"/>
                  </a:lnTo>
                  <a:lnTo>
                    <a:pt x="3457234" y="639696"/>
                  </a:lnTo>
                  <a:lnTo>
                    <a:pt x="3448903" y="6405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139501" y="4999406"/>
              <a:ext cx="3568700" cy="640715"/>
            </a:xfrm>
            <a:custGeom>
              <a:avLst/>
              <a:gdLst/>
              <a:ahLst/>
              <a:cxnLst/>
              <a:rect l="l" t="t" r="r" b="b"/>
              <a:pathLst>
                <a:path w="3568700" h="640714">
                  <a:moveTo>
                    <a:pt x="128103" y="0"/>
                  </a:moveTo>
                  <a:lnTo>
                    <a:pt x="3440492" y="0"/>
                  </a:lnTo>
                  <a:lnTo>
                    <a:pt x="3448903" y="0"/>
                  </a:lnTo>
                  <a:lnTo>
                    <a:pt x="3457234" y="820"/>
                  </a:lnTo>
                  <a:lnTo>
                    <a:pt x="3497286" y="12970"/>
                  </a:lnTo>
                  <a:lnTo>
                    <a:pt x="3531074" y="37520"/>
                  </a:lnTo>
                  <a:lnTo>
                    <a:pt x="3537022" y="43468"/>
                  </a:lnTo>
                  <a:lnTo>
                    <a:pt x="3558843" y="79080"/>
                  </a:lnTo>
                  <a:lnTo>
                    <a:pt x="3568595" y="119691"/>
                  </a:lnTo>
                  <a:lnTo>
                    <a:pt x="3568596" y="128103"/>
                  </a:lnTo>
                  <a:lnTo>
                    <a:pt x="3568596" y="512413"/>
                  </a:lnTo>
                  <a:lnTo>
                    <a:pt x="3562061" y="553665"/>
                  </a:lnTo>
                  <a:lnTo>
                    <a:pt x="3542332" y="590577"/>
                  </a:lnTo>
                  <a:lnTo>
                    <a:pt x="3511662" y="618927"/>
                  </a:lnTo>
                  <a:lnTo>
                    <a:pt x="3504669" y="623600"/>
                  </a:lnTo>
                  <a:lnTo>
                    <a:pt x="3465483" y="638055"/>
                  </a:lnTo>
                  <a:lnTo>
                    <a:pt x="3448903" y="640517"/>
                  </a:lnTo>
                  <a:lnTo>
                    <a:pt x="3440492" y="640517"/>
                  </a:lnTo>
                  <a:lnTo>
                    <a:pt x="128103" y="640517"/>
                  </a:lnTo>
                  <a:lnTo>
                    <a:pt x="119692" y="640517"/>
                  </a:lnTo>
                  <a:lnTo>
                    <a:pt x="111361" y="639696"/>
                  </a:lnTo>
                  <a:lnTo>
                    <a:pt x="103111" y="638055"/>
                  </a:lnTo>
                  <a:lnTo>
                    <a:pt x="94861" y="636414"/>
                  </a:lnTo>
                  <a:lnTo>
                    <a:pt x="86851" y="633984"/>
                  </a:lnTo>
                  <a:lnTo>
                    <a:pt x="79080" y="630765"/>
                  </a:lnTo>
                  <a:lnTo>
                    <a:pt x="71309" y="627546"/>
                  </a:lnTo>
                  <a:lnTo>
                    <a:pt x="37520" y="602996"/>
                  </a:lnTo>
                  <a:lnTo>
                    <a:pt x="31572" y="597048"/>
                  </a:lnTo>
                  <a:lnTo>
                    <a:pt x="9751" y="561436"/>
                  </a:lnTo>
                  <a:lnTo>
                    <a:pt x="0" y="520824"/>
                  </a:lnTo>
                  <a:lnTo>
                    <a:pt x="0" y="512413"/>
                  </a:lnTo>
                  <a:lnTo>
                    <a:pt x="0" y="128103"/>
                  </a:lnTo>
                  <a:lnTo>
                    <a:pt x="6532" y="86851"/>
                  </a:lnTo>
                  <a:lnTo>
                    <a:pt x="9751" y="79080"/>
                  </a:lnTo>
                  <a:lnTo>
                    <a:pt x="12970" y="71308"/>
                  </a:lnTo>
                  <a:lnTo>
                    <a:pt x="16915" y="63926"/>
                  </a:lnTo>
                  <a:lnTo>
                    <a:pt x="21589" y="56932"/>
                  </a:lnTo>
                  <a:lnTo>
                    <a:pt x="26262" y="49938"/>
                  </a:lnTo>
                  <a:lnTo>
                    <a:pt x="31572" y="43468"/>
                  </a:lnTo>
                  <a:lnTo>
                    <a:pt x="37520" y="37520"/>
                  </a:lnTo>
                  <a:lnTo>
                    <a:pt x="43468" y="31572"/>
                  </a:lnTo>
                  <a:lnTo>
                    <a:pt x="49938" y="26262"/>
                  </a:lnTo>
                  <a:lnTo>
                    <a:pt x="56932" y="21589"/>
                  </a:lnTo>
                  <a:lnTo>
                    <a:pt x="63926" y="16915"/>
                  </a:lnTo>
                  <a:lnTo>
                    <a:pt x="71309" y="12970"/>
                  </a:lnTo>
                  <a:lnTo>
                    <a:pt x="79080" y="9751"/>
                  </a:lnTo>
                  <a:lnTo>
                    <a:pt x="86851" y="6532"/>
                  </a:lnTo>
                  <a:lnTo>
                    <a:pt x="94861" y="4102"/>
                  </a:lnTo>
                  <a:lnTo>
                    <a:pt x="103111" y="2461"/>
                  </a:lnTo>
                  <a:lnTo>
                    <a:pt x="111361" y="820"/>
                  </a:lnTo>
                  <a:lnTo>
                    <a:pt x="119692" y="0"/>
                  </a:lnTo>
                  <a:lnTo>
                    <a:pt x="128103" y="0"/>
                  </a:lnTo>
                  <a:close/>
                </a:path>
              </a:pathLst>
            </a:custGeom>
            <a:ln w="18300">
              <a:solidFill>
                <a:srgbClr val="C881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328069" y="5015858"/>
            <a:ext cx="2982595" cy="5187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40" b="1">
                <a:solidFill>
                  <a:srgbClr val="15203A"/>
                </a:solidFill>
                <a:latin typeface="Tahoma"/>
                <a:cs typeface="Tahoma"/>
              </a:rPr>
              <a:t>citation</a:t>
            </a:r>
            <a:r>
              <a:rPr dirty="0" sz="1500" spc="-3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500" spc="-20" b="1">
                <a:solidFill>
                  <a:srgbClr val="15203A"/>
                </a:solidFill>
                <a:latin typeface="Tahoma"/>
                <a:cs typeface="Tahoma"/>
              </a:rPr>
              <a:t>check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70">
                <a:solidFill>
                  <a:srgbClr val="646B7D"/>
                </a:solidFill>
                <a:latin typeface="Tahoma"/>
                <a:cs typeface="Tahoma"/>
              </a:rPr>
              <a:t>every</a:t>
            </a:r>
            <a:r>
              <a:rPr dirty="0" sz="11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646B7D"/>
                </a:solidFill>
                <a:latin typeface="Tahoma"/>
                <a:cs typeface="Tahoma"/>
              </a:rPr>
              <a:t>cited</a:t>
            </a:r>
            <a:r>
              <a:rPr dirty="0" sz="1100" spc="-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646B7D"/>
                </a:solidFill>
                <a:latin typeface="Tahoma"/>
                <a:cs typeface="Tahoma"/>
              </a:rPr>
              <a:t>number</a:t>
            </a:r>
            <a:r>
              <a:rPr dirty="0" sz="110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646B7D"/>
                </a:solidFill>
                <a:latin typeface="Tahoma"/>
                <a:cs typeface="Tahoma"/>
              </a:rPr>
              <a:t>is</a:t>
            </a:r>
            <a:r>
              <a:rPr dirty="0" sz="11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in</a:t>
            </a:r>
            <a:r>
              <a:rPr dirty="0" sz="11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its</a:t>
            </a:r>
            <a:r>
              <a:rPr dirty="0" sz="11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646B7D"/>
                </a:solidFill>
                <a:latin typeface="Tahoma"/>
                <a:cs typeface="Tahoma"/>
              </a:rPr>
              <a:t>source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10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646B7D"/>
                </a:solidFill>
                <a:latin typeface="Tahoma"/>
                <a:cs typeface="Tahoma"/>
              </a:rPr>
              <a:t>no</a:t>
            </a:r>
            <a:r>
              <a:rPr dirty="0" sz="11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646B7D"/>
                </a:solidFill>
                <a:latin typeface="Tahoma"/>
                <a:cs typeface="Tahoma"/>
              </a:rPr>
              <a:t>LLM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39501" y="6060835"/>
            <a:ext cx="3568700" cy="640715"/>
          </a:xfrm>
          <a:custGeom>
            <a:avLst/>
            <a:gdLst/>
            <a:ahLst/>
            <a:cxnLst/>
            <a:rect l="l" t="t" r="r" b="b"/>
            <a:pathLst>
              <a:path w="3568700" h="640715">
                <a:moveTo>
                  <a:pt x="3448903" y="640517"/>
                </a:moveTo>
                <a:lnTo>
                  <a:pt x="119692" y="640517"/>
                </a:lnTo>
                <a:lnTo>
                  <a:pt x="111361" y="639696"/>
                </a:lnTo>
                <a:lnTo>
                  <a:pt x="71309" y="627546"/>
                </a:lnTo>
                <a:lnTo>
                  <a:pt x="31572" y="597048"/>
                </a:lnTo>
                <a:lnTo>
                  <a:pt x="6532" y="553665"/>
                </a:lnTo>
                <a:lnTo>
                  <a:pt x="0" y="520825"/>
                </a:lnTo>
                <a:lnTo>
                  <a:pt x="0" y="119691"/>
                </a:lnTo>
                <a:lnTo>
                  <a:pt x="12970" y="71308"/>
                </a:lnTo>
                <a:lnTo>
                  <a:pt x="43468" y="31572"/>
                </a:lnTo>
                <a:lnTo>
                  <a:pt x="86851" y="6532"/>
                </a:lnTo>
                <a:lnTo>
                  <a:pt x="119692" y="0"/>
                </a:lnTo>
                <a:lnTo>
                  <a:pt x="128103" y="0"/>
                </a:lnTo>
                <a:lnTo>
                  <a:pt x="3448903" y="0"/>
                </a:lnTo>
                <a:lnTo>
                  <a:pt x="3497286" y="12970"/>
                </a:lnTo>
                <a:lnTo>
                  <a:pt x="3537022" y="43467"/>
                </a:lnTo>
                <a:lnTo>
                  <a:pt x="3562061" y="86850"/>
                </a:lnTo>
                <a:lnTo>
                  <a:pt x="3568595" y="119691"/>
                </a:lnTo>
                <a:lnTo>
                  <a:pt x="3568595" y="520825"/>
                </a:lnTo>
                <a:lnTo>
                  <a:pt x="3555624" y="569207"/>
                </a:lnTo>
                <a:lnTo>
                  <a:pt x="3525127" y="608943"/>
                </a:lnTo>
                <a:lnTo>
                  <a:pt x="3481743" y="633984"/>
                </a:lnTo>
                <a:lnTo>
                  <a:pt x="3457234" y="639696"/>
                </a:lnTo>
                <a:lnTo>
                  <a:pt x="3448903" y="640517"/>
                </a:lnTo>
                <a:close/>
              </a:path>
            </a:pathLst>
          </a:custGeom>
          <a:solidFill>
            <a:srgbClr val="C881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328069" y="6077300"/>
            <a:ext cx="2388870" cy="5187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FFFFFF"/>
                </a:solidFill>
                <a:latin typeface="Tahoma"/>
                <a:cs typeface="Tahoma"/>
              </a:rPr>
              <a:t>critic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90">
                <a:solidFill>
                  <a:srgbClr val="FFF1D1"/>
                </a:solidFill>
                <a:latin typeface="Tahoma"/>
                <a:cs typeface="Tahoma"/>
              </a:rPr>
              <a:t>score</a:t>
            </a:r>
            <a:r>
              <a:rPr dirty="0" sz="1100" spc="-5">
                <a:solidFill>
                  <a:srgbClr val="FFF1D1"/>
                </a:solidFill>
                <a:latin typeface="Tahoma"/>
                <a:cs typeface="Tahoma"/>
              </a:rPr>
              <a:t> </a:t>
            </a:r>
            <a:r>
              <a:rPr dirty="0" sz="1100" spc="-125">
                <a:solidFill>
                  <a:srgbClr val="FFF1D1"/>
                </a:solidFill>
                <a:latin typeface="Tahoma"/>
                <a:cs typeface="Tahoma"/>
              </a:rPr>
              <a:t>1–</a:t>
            </a:r>
            <a:r>
              <a:rPr dirty="0" sz="1100" spc="-30">
                <a:solidFill>
                  <a:srgbClr val="FFF1D1"/>
                </a:solidFill>
                <a:latin typeface="Tahoma"/>
                <a:cs typeface="Tahoma"/>
              </a:rPr>
              <a:t>10</a:t>
            </a:r>
            <a:r>
              <a:rPr dirty="0" sz="1100" spc="-60">
                <a:solidFill>
                  <a:srgbClr val="FFF1D1"/>
                </a:solidFill>
                <a:latin typeface="Tahoma"/>
                <a:cs typeface="Tahoma"/>
              </a:rPr>
              <a:t> </a:t>
            </a:r>
            <a:r>
              <a:rPr dirty="0" sz="1100" spc="-70">
                <a:solidFill>
                  <a:srgbClr val="FFF1D1"/>
                </a:solidFill>
                <a:latin typeface="Tahoma"/>
                <a:cs typeface="Tahoma"/>
              </a:rPr>
              <a:t>+</a:t>
            </a:r>
            <a:r>
              <a:rPr dirty="0" sz="1100" spc="-15">
                <a:solidFill>
                  <a:srgbClr val="FFF1D1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FFF1D1"/>
                </a:solidFill>
                <a:latin typeface="Tahoma"/>
                <a:cs typeface="Tahoma"/>
              </a:rPr>
              <a:t>verdict</a:t>
            </a:r>
            <a:r>
              <a:rPr dirty="0" sz="1100" spc="-20">
                <a:solidFill>
                  <a:srgbClr val="FFF1D1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FFF1D1"/>
                </a:solidFill>
                <a:latin typeface="Tahoma"/>
                <a:cs typeface="Tahoma"/>
              </a:rPr>
              <a:t>·</a:t>
            </a:r>
            <a:r>
              <a:rPr dirty="0" sz="1100" spc="-55">
                <a:solidFill>
                  <a:srgbClr val="FFF1D1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FFF1D1"/>
                </a:solidFill>
                <a:latin typeface="Tahoma"/>
                <a:cs typeface="Tahoma"/>
              </a:rPr>
              <a:t>gpt-</a:t>
            </a:r>
            <a:r>
              <a:rPr dirty="0" sz="1100" spc="100">
                <a:solidFill>
                  <a:srgbClr val="FFF1D1"/>
                </a:solidFill>
                <a:latin typeface="Tahoma"/>
                <a:cs typeface="Tahoma"/>
              </a:rPr>
              <a:t>oss-</a:t>
            </a:r>
            <a:r>
              <a:rPr dirty="0" sz="1100" spc="-20">
                <a:solidFill>
                  <a:srgbClr val="FFF1D1"/>
                </a:solidFill>
                <a:latin typeface="Tahoma"/>
                <a:cs typeface="Tahoma"/>
              </a:rPr>
              <a:t>120b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95920" y="7072983"/>
            <a:ext cx="6254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5" b="1">
                <a:solidFill>
                  <a:srgbClr val="2A3653"/>
                </a:solidFill>
                <a:latin typeface="Tahoma"/>
                <a:cs typeface="Tahoma"/>
              </a:rPr>
              <a:t>plan</a:t>
            </a:r>
            <a:r>
              <a:rPr dirty="0" sz="1000" spc="-5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2A3653"/>
                </a:solidFill>
                <a:latin typeface="Tahoma"/>
                <a:cs typeface="Tahoma"/>
              </a:rPr>
              <a:t>done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533025" y="4066081"/>
            <a:ext cx="10827385" cy="4264025"/>
            <a:chOff x="1533025" y="4066081"/>
            <a:chExt cx="10827385" cy="4264025"/>
          </a:xfrm>
        </p:grpSpPr>
        <p:sp>
          <p:nvSpPr>
            <p:cNvPr id="60" name="object 60"/>
            <p:cNvSpPr/>
            <p:nvPr/>
          </p:nvSpPr>
          <p:spPr>
            <a:xfrm>
              <a:off x="9923799" y="4578495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w="0" h="384810">
                  <a:moveTo>
                    <a:pt x="0" y="0"/>
                  </a:moveTo>
                  <a:lnTo>
                    <a:pt x="0" y="384310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832298" y="4798101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4">
                  <a:moveTo>
                    <a:pt x="0" y="0"/>
                  </a:moveTo>
                  <a:lnTo>
                    <a:pt x="183004" y="0"/>
                  </a:lnTo>
                  <a:lnTo>
                    <a:pt x="91502" y="18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9923799" y="5639923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w="0" h="384810">
                  <a:moveTo>
                    <a:pt x="0" y="0"/>
                  </a:moveTo>
                  <a:lnTo>
                    <a:pt x="0" y="384310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9832298" y="5859529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4">
                  <a:moveTo>
                    <a:pt x="0" y="0"/>
                  </a:moveTo>
                  <a:lnTo>
                    <a:pt x="183004" y="0"/>
                  </a:lnTo>
                  <a:lnTo>
                    <a:pt x="91502" y="18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1708098" y="6262140"/>
              <a:ext cx="613410" cy="0"/>
            </a:xfrm>
            <a:custGeom>
              <a:avLst/>
              <a:gdLst/>
              <a:ahLst/>
              <a:cxnLst/>
              <a:rect l="l" t="t" r="r" b="b"/>
              <a:pathLst>
                <a:path w="613409" h="0">
                  <a:moveTo>
                    <a:pt x="0" y="0"/>
                  </a:moveTo>
                  <a:lnTo>
                    <a:pt x="613066" y="0"/>
                  </a:lnTo>
                </a:path>
              </a:pathLst>
            </a:custGeom>
            <a:ln w="22875">
              <a:solidFill>
                <a:srgbClr val="C8810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2348615" y="4203335"/>
              <a:ext cx="0" cy="2040889"/>
            </a:xfrm>
            <a:custGeom>
              <a:avLst/>
              <a:gdLst/>
              <a:ahLst/>
              <a:cxnLst/>
              <a:rect l="l" t="t" r="r" b="b"/>
              <a:pathLst>
                <a:path w="0" h="2040889">
                  <a:moveTo>
                    <a:pt x="0" y="0"/>
                  </a:moveTo>
                  <a:lnTo>
                    <a:pt x="0" y="2040504"/>
                  </a:lnTo>
                </a:path>
              </a:pathLst>
            </a:custGeom>
            <a:ln w="22875">
              <a:solidFill>
                <a:srgbClr val="C8810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744698" y="4157584"/>
              <a:ext cx="604520" cy="0"/>
            </a:xfrm>
            <a:custGeom>
              <a:avLst/>
              <a:gdLst/>
              <a:ahLst/>
              <a:cxnLst/>
              <a:rect l="l" t="t" r="r" b="b"/>
              <a:pathLst>
                <a:path w="604520" h="0">
                  <a:moveTo>
                    <a:pt x="0" y="0"/>
                  </a:moveTo>
                  <a:lnTo>
                    <a:pt x="603916" y="0"/>
                  </a:lnTo>
                </a:path>
              </a:pathLst>
            </a:custGeom>
            <a:ln w="22875">
              <a:solidFill>
                <a:srgbClr val="C8810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1726398" y="4066081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4">
                  <a:moveTo>
                    <a:pt x="183004" y="0"/>
                  </a:moveTo>
                  <a:lnTo>
                    <a:pt x="183004" y="183004"/>
                  </a:lnTo>
                  <a:lnTo>
                    <a:pt x="0" y="91502"/>
                  </a:lnTo>
                  <a:lnTo>
                    <a:pt x="183004" y="0"/>
                  </a:lnTo>
                  <a:close/>
                </a:path>
              </a:pathLst>
            </a:custGeom>
            <a:solidFill>
              <a:srgbClr val="C881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533017" y="5136666"/>
              <a:ext cx="8402320" cy="3058795"/>
            </a:xfrm>
            <a:custGeom>
              <a:avLst/>
              <a:gdLst/>
              <a:ahLst/>
              <a:cxnLst/>
              <a:rect l="l" t="t" r="r" b="b"/>
              <a:pathLst>
                <a:path w="8402320" h="3058795">
                  <a:moveTo>
                    <a:pt x="29743" y="2955531"/>
                  </a:moveTo>
                  <a:lnTo>
                    <a:pt x="6870" y="2955531"/>
                  </a:lnTo>
                  <a:lnTo>
                    <a:pt x="6870" y="3019577"/>
                  </a:lnTo>
                  <a:lnTo>
                    <a:pt x="29743" y="3019577"/>
                  </a:lnTo>
                  <a:lnTo>
                    <a:pt x="29743" y="2955531"/>
                  </a:lnTo>
                  <a:close/>
                </a:path>
                <a:path w="8402320" h="3058795">
                  <a:moveTo>
                    <a:pt x="29743" y="2845727"/>
                  </a:moveTo>
                  <a:lnTo>
                    <a:pt x="6870" y="2845727"/>
                  </a:lnTo>
                  <a:lnTo>
                    <a:pt x="6870" y="2909773"/>
                  </a:lnTo>
                  <a:lnTo>
                    <a:pt x="29743" y="2909773"/>
                  </a:lnTo>
                  <a:lnTo>
                    <a:pt x="29743" y="2845727"/>
                  </a:lnTo>
                  <a:close/>
                </a:path>
                <a:path w="8402320" h="3058795">
                  <a:moveTo>
                    <a:pt x="29743" y="2735923"/>
                  </a:moveTo>
                  <a:lnTo>
                    <a:pt x="6870" y="2735923"/>
                  </a:lnTo>
                  <a:lnTo>
                    <a:pt x="6870" y="2799969"/>
                  </a:lnTo>
                  <a:lnTo>
                    <a:pt x="29743" y="2799969"/>
                  </a:lnTo>
                  <a:lnTo>
                    <a:pt x="29743" y="2735923"/>
                  </a:lnTo>
                  <a:close/>
                </a:path>
                <a:path w="8402320" h="3058795">
                  <a:moveTo>
                    <a:pt x="29743" y="2626118"/>
                  </a:moveTo>
                  <a:lnTo>
                    <a:pt x="6870" y="2626118"/>
                  </a:lnTo>
                  <a:lnTo>
                    <a:pt x="6870" y="2690177"/>
                  </a:lnTo>
                  <a:lnTo>
                    <a:pt x="29743" y="2690177"/>
                  </a:lnTo>
                  <a:lnTo>
                    <a:pt x="29743" y="2626118"/>
                  </a:lnTo>
                  <a:close/>
                </a:path>
                <a:path w="8402320" h="3058795">
                  <a:moveTo>
                    <a:pt x="29743" y="2516314"/>
                  </a:moveTo>
                  <a:lnTo>
                    <a:pt x="6870" y="2516314"/>
                  </a:lnTo>
                  <a:lnTo>
                    <a:pt x="6870" y="2580373"/>
                  </a:lnTo>
                  <a:lnTo>
                    <a:pt x="29743" y="2580373"/>
                  </a:lnTo>
                  <a:lnTo>
                    <a:pt x="29743" y="2516314"/>
                  </a:lnTo>
                  <a:close/>
                </a:path>
                <a:path w="8402320" h="3058795">
                  <a:moveTo>
                    <a:pt x="29743" y="2406510"/>
                  </a:moveTo>
                  <a:lnTo>
                    <a:pt x="6870" y="2406510"/>
                  </a:lnTo>
                  <a:lnTo>
                    <a:pt x="6870" y="2470569"/>
                  </a:lnTo>
                  <a:lnTo>
                    <a:pt x="29743" y="2470569"/>
                  </a:lnTo>
                  <a:lnTo>
                    <a:pt x="29743" y="2406510"/>
                  </a:lnTo>
                  <a:close/>
                </a:path>
                <a:path w="8402320" h="3058795">
                  <a:moveTo>
                    <a:pt x="29743" y="2296706"/>
                  </a:moveTo>
                  <a:lnTo>
                    <a:pt x="6870" y="2296706"/>
                  </a:lnTo>
                  <a:lnTo>
                    <a:pt x="6870" y="2360765"/>
                  </a:lnTo>
                  <a:lnTo>
                    <a:pt x="29743" y="2360765"/>
                  </a:lnTo>
                  <a:lnTo>
                    <a:pt x="29743" y="2296706"/>
                  </a:lnTo>
                  <a:close/>
                </a:path>
                <a:path w="8402320" h="3058795">
                  <a:moveTo>
                    <a:pt x="29743" y="2186902"/>
                  </a:moveTo>
                  <a:lnTo>
                    <a:pt x="6870" y="2186902"/>
                  </a:lnTo>
                  <a:lnTo>
                    <a:pt x="6870" y="2250960"/>
                  </a:lnTo>
                  <a:lnTo>
                    <a:pt x="29743" y="2250960"/>
                  </a:lnTo>
                  <a:lnTo>
                    <a:pt x="29743" y="2186902"/>
                  </a:lnTo>
                  <a:close/>
                </a:path>
                <a:path w="8402320" h="3058795">
                  <a:moveTo>
                    <a:pt x="29743" y="2077110"/>
                  </a:moveTo>
                  <a:lnTo>
                    <a:pt x="6870" y="2077110"/>
                  </a:lnTo>
                  <a:lnTo>
                    <a:pt x="6870" y="2141156"/>
                  </a:lnTo>
                  <a:lnTo>
                    <a:pt x="29743" y="2141156"/>
                  </a:lnTo>
                  <a:lnTo>
                    <a:pt x="29743" y="2077110"/>
                  </a:lnTo>
                  <a:close/>
                </a:path>
                <a:path w="8402320" h="3058795">
                  <a:moveTo>
                    <a:pt x="29743" y="1967306"/>
                  </a:moveTo>
                  <a:lnTo>
                    <a:pt x="6870" y="1967306"/>
                  </a:lnTo>
                  <a:lnTo>
                    <a:pt x="6870" y="2031352"/>
                  </a:lnTo>
                  <a:lnTo>
                    <a:pt x="29743" y="2031352"/>
                  </a:lnTo>
                  <a:lnTo>
                    <a:pt x="29743" y="1967306"/>
                  </a:lnTo>
                  <a:close/>
                </a:path>
                <a:path w="8402320" h="3058795">
                  <a:moveTo>
                    <a:pt x="29743" y="1857502"/>
                  </a:moveTo>
                  <a:lnTo>
                    <a:pt x="6870" y="1857502"/>
                  </a:lnTo>
                  <a:lnTo>
                    <a:pt x="6870" y="1921548"/>
                  </a:lnTo>
                  <a:lnTo>
                    <a:pt x="29743" y="1921548"/>
                  </a:lnTo>
                  <a:lnTo>
                    <a:pt x="29743" y="1857502"/>
                  </a:lnTo>
                  <a:close/>
                </a:path>
                <a:path w="8402320" h="3058795">
                  <a:moveTo>
                    <a:pt x="29743" y="1747697"/>
                  </a:moveTo>
                  <a:lnTo>
                    <a:pt x="6870" y="1747697"/>
                  </a:lnTo>
                  <a:lnTo>
                    <a:pt x="6870" y="1811743"/>
                  </a:lnTo>
                  <a:lnTo>
                    <a:pt x="29743" y="1811743"/>
                  </a:lnTo>
                  <a:lnTo>
                    <a:pt x="29743" y="1747697"/>
                  </a:lnTo>
                  <a:close/>
                </a:path>
                <a:path w="8402320" h="3058795">
                  <a:moveTo>
                    <a:pt x="29743" y="1637893"/>
                  </a:moveTo>
                  <a:lnTo>
                    <a:pt x="6870" y="1637893"/>
                  </a:lnTo>
                  <a:lnTo>
                    <a:pt x="6870" y="1701939"/>
                  </a:lnTo>
                  <a:lnTo>
                    <a:pt x="29743" y="1701939"/>
                  </a:lnTo>
                  <a:lnTo>
                    <a:pt x="29743" y="1637893"/>
                  </a:lnTo>
                  <a:close/>
                </a:path>
                <a:path w="8402320" h="3058795">
                  <a:moveTo>
                    <a:pt x="29743" y="1528089"/>
                  </a:moveTo>
                  <a:lnTo>
                    <a:pt x="6870" y="1528089"/>
                  </a:lnTo>
                  <a:lnTo>
                    <a:pt x="6870" y="1592148"/>
                  </a:lnTo>
                  <a:lnTo>
                    <a:pt x="29743" y="1592148"/>
                  </a:lnTo>
                  <a:lnTo>
                    <a:pt x="29743" y="1528089"/>
                  </a:lnTo>
                  <a:close/>
                </a:path>
                <a:path w="8402320" h="3058795">
                  <a:moveTo>
                    <a:pt x="29743" y="1418285"/>
                  </a:moveTo>
                  <a:lnTo>
                    <a:pt x="6870" y="1418285"/>
                  </a:lnTo>
                  <a:lnTo>
                    <a:pt x="6870" y="1482344"/>
                  </a:lnTo>
                  <a:lnTo>
                    <a:pt x="29743" y="1482344"/>
                  </a:lnTo>
                  <a:lnTo>
                    <a:pt x="29743" y="1418285"/>
                  </a:lnTo>
                  <a:close/>
                </a:path>
                <a:path w="8402320" h="3058795">
                  <a:moveTo>
                    <a:pt x="29743" y="1308481"/>
                  </a:moveTo>
                  <a:lnTo>
                    <a:pt x="6870" y="1308481"/>
                  </a:lnTo>
                  <a:lnTo>
                    <a:pt x="6870" y="1372539"/>
                  </a:lnTo>
                  <a:lnTo>
                    <a:pt x="29743" y="1372539"/>
                  </a:lnTo>
                  <a:lnTo>
                    <a:pt x="29743" y="1308481"/>
                  </a:lnTo>
                  <a:close/>
                </a:path>
                <a:path w="8402320" h="3058795">
                  <a:moveTo>
                    <a:pt x="29743" y="1198676"/>
                  </a:moveTo>
                  <a:lnTo>
                    <a:pt x="6870" y="1198676"/>
                  </a:lnTo>
                  <a:lnTo>
                    <a:pt x="6870" y="1262735"/>
                  </a:lnTo>
                  <a:lnTo>
                    <a:pt x="29743" y="1262735"/>
                  </a:lnTo>
                  <a:lnTo>
                    <a:pt x="29743" y="1198676"/>
                  </a:lnTo>
                  <a:close/>
                </a:path>
                <a:path w="8402320" h="3058795">
                  <a:moveTo>
                    <a:pt x="29743" y="1088872"/>
                  </a:moveTo>
                  <a:lnTo>
                    <a:pt x="6870" y="1088872"/>
                  </a:lnTo>
                  <a:lnTo>
                    <a:pt x="6870" y="1152931"/>
                  </a:lnTo>
                  <a:lnTo>
                    <a:pt x="29743" y="1152931"/>
                  </a:lnTo>
                  <a:lnTo>
                    <a:pt x="29743" y="1088872"/>
                  </a:lnTo>
                  <a:close/>
                </a:path>
                <a:path w="8402320" h="3058795">
                  <a:moveTo>
                    <a:pt x="29743" y="979081"/>
                  </a:moveTo>
                  <a:lnTo>
                    <a:pt x="6870" y="979081"/>
                  </a:lnTo>
                  <a:lnTo>
                    <a:pt x="6870" y="1043127"/>
                  </a:lnTo>
                  <a:lnTo>
                    <a:pt x="29743" y="1043127"/>
                  </a:lnTo>
                  <a:lnTo>
                    <a:pt x="29743" y="979081"/>
                  </a:lnTo>
                  <a:close/>
                </a:path>
                <a:path w="8402320" h="3058795">
                  <a:moveTo>
                    <a:pt x="29743" y="869276"/>
                  </a:moveTo>
                  <a:lnTo>
                    <a:pt x="6870" y="869276"/>
                  </a:lnTo>
                  <a:lnTo>
                    <a:pt x="6870" y="933323"/>
                  </a:lnTo>
                  <a:lnTo>
                    <a:pt x="29743" y="933323"/>
                  </a:lnTo>
                  <a:lnTo>
                    <a:pt x="29743" y="869276"/>
                  </a:lnTo>
                  <a:close/>
                </a:path>
                <a:path w="8402320" h="3058795">
                  <a:moveTo>
                    <a:pt x="29743" y="759472"/>
                  </a:moveTo>
                  <a:lnTo>
                    <a:pt x="6870" y="759472"/>
                  </a:lnTo>
                  <a:lnTo>
                    <a:pt x="6870" y="823518"/>
                  </a:lnTo>
                  <a:lnTo>
                    <a:pt x="29743" y="823518"/>
                  </a:lnTo>
                  <a:lnTo>
                    <a:pt x="29743" y="759472"/>
                  </a:lnTo>
                  <a:close/>
                </a:path>
                <a:path w="8402320" h="3058795">
                  <a:moveTo>
                    <a:pt x="29743" y="649668"/>
                  </a:moveTo>
                  <a:lnTo>
                    <a:pt x="6870" y="649668"/>
                  </a:lnTo>
                  <a:lnTo>
                    <a:pt x="6870" y="713714"/>
                  </a:lnTo>
                  <a:lnTo>
                    <a:pt x="29743" y="713714"/>
                  </a:lnTo>
                  <a:lnTo>
                    <a:pt x="29743" y="649668"/>
                  </a:lnTo>
                  <a:close/>
                </a:path>
                <a:path w="8402320" h="3058795">
                  <a:moveTo>
                    <a:pt x="29743" y="539864"/>
                  </a:moveTo>
                  <a:lnTo>
                    <a:pt x="6870" y="539864"/>
                  </a:lnTo>
                  <a:lnTo>
                    <a:pt x="6870" y="603910"/>
                  </a:lnTo>
                  <a:lnTo>
                    <a:pt x="29743" y="603910"/>
                  </a:lnTo>
                  <a:lnTo>
                    <a:pt x="29743" y="539864"/>
                  </a:lnTo>
                  <a:close/>
                </a:path>
                <a:path w="8402320" h="3058795">
                  <a:moveTo>
                    <a:pt x="29743" y="430060"/>
                  </a:moveTo>
                  <a:lnTo>
                    <a:pt x="6870" y="430060"/>
                  </a:lnTo>
                  <a:lnTo>
                    <a:pt x="6870" y="494118"/>
                  </a:lnTo>
                  <a:lnTo>
                    <a:pt x="29743" y="494118"/>
                  </a:lnTo>
                  <a:lnTo>
                    <a:pt x="29743" y="430060"/>
                  </a:lnTo>
                  <a:close/>
                </a:path>
                <a:path w="8402320" h="3058795">
                  <a:moveTo>
                    <a:pt x="29743" y="320255"/>
                  </a:moveTo>
                  <a:lnTo>
                    <a:pt x="6870" y="320255"/>
                  </a:lnTo>
                  <a:lnTo>
                    <a:pt x="6870" y="384314"/>
                  </a:lnTo>
                  <a:lnTo>
                    <a:pt x="29743" y="384314"/>
                  </a:lnTo>
                  <a:lnTo>
                    <a:pt x="29743" y="320255"/>
                  </a:lnTo>
                  <a:close/>
                </a:path>
                <a:path w="8402320" h="3058795">
                  <a:moveTo>
                    <a:pt x="29743" y="210451"/>
                  </a:moveTo>
                  <a:lnTo>
                    <a:pt x="6870" y="210451"/>
                  </a:lnTo>
                  <a:lnTo>
                    <a:pt x="6870" y="274510"/>
                  </a:lnTo>
                  <a:lnTo>
                    <a:pt x="29743" y="274510"/>
                  </a:lnTo>
                  <a:lnTo>
                    <a:pt x="29743" y="210451"/>
                  </a:lnTo>
                  <a:close/>
                </a:path>
                <a:path w="8402320" h="3058795">
                  <a:moveTo>
                    <a:pt x="100660" y="3035592"/>
                  </a:moveTo>
                  <a:lnTo>
                    <a:pt x="36601" y="3035592"/>
                  </a:lnTo>
                  <a:lnTo>
                    <a:pt x="36601" y="3058464"/>
                  </a:lnTo>
                  <a:lnTo>
                    <a:pt x="100660" y="3058464"/>
                  </a:lnTo>
                  <a:lnTo>
                    <a:pt x="100660" y="3035592"/>
                  </a:lnTo>
                  <a:close/>
                </a:path>
                <a:path w="8402320" h="3058795">
                  <a:moveTo>
                    <a:pt x="183007" y="91503"/>
                  </a:moveTo>
                  <a:lnTo>
                    <a:pt x="0" y="0"/>
                  </a:lnTo>
                  <a:lnTo>
                    <a:pt x="0" y="183007"/>
                  </a:lnTo>
                  <a:lnTo>
                    <a:pt x="183007" y="91503"/>
                  </a:lnTo>
                  <a:close/>
                </a:path>
                <a:path w="8402320" h="3058795">
                  <a:moveTo>
                    <a:pt x="210451" y="3035592"/>
                  </a:moveTo>
                  <a:lnTo>
                    <a:pt x="146405" y="3035592"/>
                  </a:lnTo>
                  <a:lnTo>
                    <a:pt x="146405" y="3058464"/>
                  </a:lnTo>
                  <a:lnTo>
                    <a:pt x="210451" y="3058464"/>
                  </a:lnTo>
                  <a:lnTo>
                    <a:pt x="210451" y="3035592"/>
                  </a:lnTo>
                  <a:close/>
                </a:path>
                <a:path w="8402320" h="3058795">
                  <a:moveTo>
                    <a:pt x="320255" y="3035592"/>
                  </a:moveTo>
                  <a:lnTo>
                    <a:pt x="256209" y="3035592"/>
                  </a:lnTo>
                  <a:lnTo>
                    <a:pt x="256209" y="3058464"/>
                  </a:lnTo>
                  <a:lnTo>
                    <a:pt x="320255" y="3058464"/>
                  </a:lnTo>
                  <a:lnTo>
                    <a:pt x="320255" y="3035592"/>
                  </a:lnTo>
                  <a:close/>
                </a:path>
                <a:path w="8402320" h="3058795">
                  <a:moveTo>
                    <a:pt x="430060" y="3035592"/>
                  </a:moveTo>
                  <a:lnTo>
                    <a:pt x="366014" y="3035592"/>
                  </a:lnTo>
                  <a:lnTo>
                    <a:pt x="366014" y="3058464"/>
                  </a:lnTo>
                  <a:lnTo>
                    <a:pt x="430060" y="3058464"/>
                  </a:lnTo>
                  <a:lnTo>
                    <a:pt x="430060" y="3035592"/>
                  </a:lnTo>
                  <a:close/>
                </a:path>
                <a:path w="8402320" h="3058795">
                  <a:moveTo>
                    <a:pt x="539864" y="3035592"/>
                  </a:moveTo>
                  <a:lnTo>
                    <a:pt x="475818" y="3035592"/>
                  </a:lnTo>
                  <a:lnTo>
                    <a:pt x="475818" y="3058464"/>
                  </a:lnTo>
                  <a:lnTo>
                    <a:pt x="539864" y="3058464"/>
                  </a:lnTo>
                  <a:lnTo>
                    <a:pt x="539864" y="3035592"/>
                  </a:lnTo>
                  <a:close/>
                </a:path>
                <a:path w="8402320" h="3058795">
                  <a:moveTo>
                    <a:pt x="649668" y="3035592"/>
                  </a:moveTo>
                  <a:lnTo>
                    <a:pt x="585622" y="3035592"/>
                  </a:lnTo>
                  <a:lnTo>
                    <a:pt x="585622" y="3058464"/>
                  </a:lnTo>
                  <a:lnTo>
                    <a:pt x="649668" y="3058464"/>
                  </a:lnTo>
                  <a:lnTo>
                    <a:pt x="649668" y="3035592"/>
                  </a:lnTo>
                  <a:close/>
                </a:path>
                <a:path w="8402320" h="3058795">
                  <a:moveTo>
                    <a:pt x="759472" y="3035592"/>
                  </a:moveTo>
                  <a:lnTo>
                    <a:pt x="695426" y="3035592"/>
                  </a:lnTo>
                  <a:lnTo>
                    <a:pt x="695426" y="3058464"/>
                  </a:lnTo>
                  <a:lnTo>
                    <a:pt x="759472" y="3058464"/>
                  </a:lnTo>
                  <a:lnTo>
                    <a:pt x="759472" y="3035592"/>
                  </a:lnTo>
                  <a:close/>
                </a:path>
                <a:path w="8402320" h="3058795">
                  <a:moveTo>
                    <a:pt x="869276" y="3035592"/>
                  </a:moveTo>
                  <a:lnTo>
                    <a:pt x="805218" y="3035592"/>
                  </a:lnTo>
                  <a:lnTo>
                    <a:pt x="805218" y="3058464"/>
                  </a:lnTo>
                  <a:lnTo>
                    <a:pt x="869276" y="3058464"/>
                  </a:lnTo>
                  <a:lnTo>
                    <a:pt x="869276" y="3035592"/>
                  </a:lnTo>
                  <a:close/>
                </a:path>
                <a:path w="8402320" h="3058795">
                  <a:moveTo>
                    <a:pt x="979081" y="3035592"/>
                  </a:moveTo>
                  <a:lnTo>
                    <a:pt x="915022" y="3035592"/>
                  </a:lnTo>
                  <a:lnTo>
                    <a:pt x="915022" y="3058464"/>
                  </a:lnTo>
                  <a:lnTo>
                    <a:pt x="979081" y="3058464"/>
                  </a:lnTo>
                  <a:lnTo>
                    <a:pt x="979081" y="3035592"/>
                  </a:lnTo>
                  <a:close/>
                </a:path>
                <a:path w="8402320" h="3058795">
                  <a:moveTo>
                    <a:pt x="1088885" y="3035592"/>
                  </a:moveTo>
                  <a:lnTo>
                    <a:pt x="1024826" y="3035592"/>
                  </a:lnTo>
                  <a:lnTo>
                    <a:pt x="1024826" y="3058464"/>
                  </a:lnTo>
                  <a:lnTo>
                    <a:pt x="1088885" y="3058464"/>
                  </a:lnTo>
                  <a:lnTo>
                    <a:pt x="1088885" y="3035592"/>
                  </a:lnTo>
                  <a:close/>
                </a:path>
                <a:path w="8402320" h="3058795">
                  <a:moveTo>
                    <a:pt x="1198689" y="3035592"/>
                  </a:moveTo>
                  <a:lnTo>
                    <a:pt x="1134630" y="3035592"/>
                  </a:lnTo>
                  <a:lnTo>
                    <a:pt x="1134630" y="3058464"/>
                  </a:lnTo>
                  <a:lnTo>
                    <a:pt x="1198689" y="3058464"/>
                  </a:lnTo>
                  <a:lnTo>
                    <a:pt x="1198689" y="3035592"/>
                  </a:lnTo>
                  <a:close/>
                </a:path>
                <a:path w="8402320" h="3058795">
                  <a:moveTo>
                    <a:pt x="1308481" y="3035592"/>
                  </a:moveTo>
                  <a:lnTo>
                    <a:pt x="1244434" y="3035592"/>
                  </a:lnTo>
                  <a:lnTo>
                    <a:pt x="1244434" y="3058464"/>
                  </a:lnTo>
                  <a:lnTo>
                    <a:pt x="1308481" y="3058464"/>
                  </a:lnTo>
                  <a:lnTo>
                    <a:pt x="1308481" y="3035592"/>
                  </a:lnTo>
                  <a:close/>
                </a:path>
                <a:path w="8402320" h="3058795">
                  <a:moveTo>
                    <a:pt x="1418285" y="3035592"/>
                  </a:moveTo>
                  <a:lnTo>
                    <a:pt x="1354239" y="3035592"/>
                  </a:lnTo>
                  <a:lnTo>
                    <a:pt x="1354239" y="3058464"/>
                  </a:lnTo>
                  <a:lnTo>
                    <a:pt x="1418285" y="3058464"/>
                  </a:lnTo>
                  <a:lnTo>
                    <a:pt x="1418285" y="3035592"/>
                  </a:lnTo>
                  <a:close/>
                </a:path>
                <a:path w="8402320" h="3058795">
                  <a:moveTo>
                    <a:pt x="1528089" y="3035592"/>
                  </a:moveTo>
                  <a:lnTo>
                    <a:pt x="1464043" y="3035592"/>
                  </a:lnTo>
                  <a:lnTo>
                    <a:pt x="1464043" y="3058464"/>
                  </a:lnTo>
                  <a:lnTo>
                    <a:pt x="1528089" y="3058464"/>
                  </a:lnTo>
                  <a:lnTo>
                    <a:pt x="1528089" y="3035592"/>
                  </a:lnTo>
                  <a:close/>
                </a:path>
                <a:path w="8402320" h="3058795">
                  <a:moveTo>
                    <a:pt x="1637893" y="3035592"/>
                  </a:moveTo>
                  <a:lnTo>
                    <a:pt x="1573847" y="3035592"/>
                  </a:lnTo>
                  <a:lnTo>
                    <a:pt x="1573847" y="3058464"/>
                  </a:lnTo>
                  <a:lnTo>
                    <a:pt x="1637893" y="3058464"/>
                  </a:lnTo>
                  <a:lnTo>
                    <a:pt x="1637893" y="3035592"/>
                  </a:lnTo>
                  <a:close/>
                </a:path>
                <a:path w="8402320" h="3058795">
                  <a:moveTo>
                    <a:pt x="1747697" y="3035592"/>
                  </a:moveTo>
                  <a:lnTo>
                    <a:pt x="1683651" y="3035592"/>
                  </a:lnTo>
                  <a:lnTo>
                    <a:pt x="1683651" y="3058464"/>
                  </a:lnTo>
                  <a:lnTo>
                    <a:pt x="1747697" y="3058464"/>
                  </a:lnTo>
                  <a:lnTo>
                    <a:pt x="1747697" y="3035592"/>
                  </a:lnTo>
                  <a:close/>
                </a:path>
                <a:path w="8402320" h="3058795">
                  <a:moveTo>
                    <a:pt x="1857502" y="3035592"/>
                  </a:moveTo>
                  <a:lnTo>
                    <a:pt x="1793455" y="3035592"/>
                  </a:lnTo>
                  <a:lnTo>
                    <a:pt x="1793455" y="3058464"/>
                  </a:lnTo>
                  <a:lnTo>
                    <a:pt x="1857502" y="3058464"/>
                  </a:lnTo>
                  <a:lnTo>
                    <a:pt x="1857502" y="3035592"/>
                  </a:lnTo>
                  <a:close/>
                </a:path>
                <a:path w="8402320" h="3058795">
                  <a:moveTo>
                    <a:pt x="1967306" y="3035592"/>
                  </a:moveTo>
                  <a:lnTo>
                    <a:pt x="1903247" y="3035592"/>
                  </a:lnTo>
                  <a:lnTo>
                    <a:pt x="1903247" y="3058464"/>
                  </a:lnTo>
                  <a:lnTo>
                    <a:pt x="1967306" y="3058464"/>
                  </a:lnTo>
                  <a:lnTo>
                    <a:pt x="1967306" y="3035592"/>
                  </a:lnTo>
                  <a:close/>
                </a:path>
                <a:path w="8402320" h="3058795">
                  <a:moveTo>
                    <a:pt x="2077110" y="3035592"/>
                  </a:moveTo>
                  <a:lnTo>
                    <a:pt x="2013051" y="3035592"/>
                  </a:lnTo>
                  <a:lnTo>
                    <a:pt x="2013051" y="3058464"/>
                  </a:lnTo>
                  <a:lnTo>
                    <a:pt x="2077110" y="3058464"/>
                  </a:lnTo>
                  <a:lnTo>
                    <a:pt x="2077110" y="3035592"/>
                  </a:lnTo>
                  <a:close/>
                </a:path>
                <a:path w="8402320" h="3058795">
                  <a:moveTo>
                    <a:pt x="2186914" y="3035592"/>
                  </a:moveTo>
                  <a:lnTo>
                    <a:pt x="2122855" y="3035592"/>
                  </a:lnTo>
                  <a:lnTo>
                    <a:pt x="2122855" y="3058464"/>
                  </a:lnTo>
                  <a:lnTo>
                    <a:pt x="2186914" y="3058464"/>
                  </a:lnTo>
                  <a:lnTo>
                    <a:pt x="2186914" y="3035592"/>
                  </a:lnTo>
                  <a:close/>
                </a:path>
                <a:path w="8402320" h="3058795">
                  <a:moveTo>
                    <a:pt x="2296718" y="3035592"/>
                  </a:moveTo>
                  <a:lnTo>
                    <a:pt x="2232660" y="3035592"/>
                  </a:lnTo>
                  <a:lnTo>
                    <a:pt x="2232660" y="3058464"/>
                  </a:lnTo>
                  <a:lnTo>
                    <a:pt x="2296718" y="3058464"/>
                  </a:lnTo>
                  <a:lnTo>
                    <a:pt x="2296718" y="3035592"/>
                  </a:lnTo>
                  <a:close/>
                </a:path>
                <a:path w="8402320" h="3058795">
                  <a:moveTo>
                    <a:pt x="2406510" y="3035592"/>
                  </a:moveTo>
                  <a:lnTo>
                    <a:pt x="2342464" y="3035592"/>
                  </a:lnTo>
                  <a:lnTo>
                    <a:pt x="2342464" y="3058464"/>
                  </a:lnTo>
                  <a:lnTo>
                    <a:pt x="2406510" y="3058464"/>
                  </a:lnTo>
                  <a:lnTo>
                    <a:pt x="2406510" y="3035592"/>
                  </a:lnTo>
                  <a:close/>
                </a:path>
                <a:path w="8402320" h="3058795">
                  <a:moveTo>
                    <a:pt x="2516314" y="3035592"/>
                  </a:moveTo>
                  <a:lnTo>
                    <a:pt x="2452268" y="3035592"/>
                  </a:lnTo>
                  <a:lnTo>
                    <a:pt x="2452268" y="3058464"/>
                  </a:lnTo>
                  <a:lnTo>
                    <a:pt x="2516314" y="3058464"/>
                  </a:lnTo>
                  <a:lnTo>
                    <a:pt x="2516314" y="3035592"/>
                  </a:lnTo>
                  <a:close/>
                </a:path>
                <a:path w="8402320" h="3058795">
                  <a:moveTo>
                    <a:pt x="2626118" y="3035592"/>
                  </a:moveTo>
                  <a:lnTo>
                    <a:pt x="2562072" y="3035592"/>
                  </a:lnTo>
                  <a:lnTo>
                    <a:pt x="2562072" y="3058464"/>
                  </a:lnTo>
                  <a:lnTo>
                    <a:pt x="2626118" y="3058464"/>
                  </a:lnTo>
                  <a:lnTo>
                    <a:pt x="2626118" y="3035592"/>
                  </a:lnTo>
                  <a:close/>
                </a:path>
                <a:path w="8402320" h="3058795">
                  <a:moveTo>
                    <a:pt x="2735923" y="3035592"/>
                  </a:moveTo>
                  <a:lnTo>
                    <a:pt x="2671876" y="3035592"/>
                  </a:lnTo>
                  <a:lnTo>
                    <a:pt x="2671876" y="3058464"/>
                  </a:lnTo>
                  <a:lnTo>
                    <a:pt x="2735923" y="3058464"/>
                  </a:lnTo>
                  <a:lnTo>
                    <a:pt x="2735923" y="3035592"/>
                  </a:lnTo>
                  <a:close/>
                </a:path>
                <a:path w="8402320" h="3058795">
                  <a:moveTo>
                    <a:pt x="2845727" y="3035592"/>
                  </a:moveTo>
                  <a:lnTo>
                    <a:pt x="2781681" y="3035592"/>
                  </a:lnTo>
                  <a:lnTo>
                    <a:pt x="2781681" y="3058464"/>
                  </a:lnTo>
                  <a:lnTo>
                    <a:pt x="2845727" y="3058464"/>
                  </a:lnTo>
                  <a:lnTo>
                    <a:pt x="2845727" y="3035592"/>
                  </a:lnTo>
                  <a:close/>
                </a:path>
                <a:path w="8402320" h="3058795">
                  <a:moveTo>
                    <a:pt x="2955531" y="3035592"/>
                  </a:moveTo>
                  <a:lnTo>
                    <a:pt x="2891485" y="3035592"/>
                  </a:lnTo>
                  <a:lnTo>
                    <a:pt x="2891485" y="3058464"/>
                  </a:lnTo>
                  <a:lnTo>
                    <a:pt x="2955531" y="3058464"/>
                  </a:lnTo>
                  <a:lnTo>
                    <a:pt x="2955531" y="3035592"/>
                  </a:lnTo>
                  <a:close/>
                </a:path>
                <a:path w="8402320" h="3058795">
                  <a:moveTo>
                    <a:pt x="3065335" y="3035592"/>
                  </a:moveTo>
                  <a:lnTo>
                    <a:pt x="3001276" y="3035592"/>
                  </a:lnTo>
                  <a:lnTo>
                    <a:pt x="3001276" y="3058464"/>
                  </a:lnTo>
                  <a:lnTo>
                    <a:pt x="3065335" y="3058464"/>
                  </a:lnTo>
                  <a:lnTo>
                    <a:pt x="3065335" y="3035592"/>
                  </a:lnTo>
                  <a:close/>
                </a:path>
                <a:path w="8402320" h="3058795">
                  <a:moveTo>
                    <a:pt x="3175139" y="3035592"/>
                  </a:moveTo>
                  <a:lnTo>
                    <a:pt x="3111081" y="3035592"/>
                  </a:lnTo>
                  <a:lnTo>
                    <a:pt x="3111081" y="3058464"/>
                  </a:lnTo>
                  <a:lnTo>
                    <a:pt x="3175139" y="3058464"/>
                  </a:lnTo>
                  <a:lnTo>
                    <a:pt x="3175139" y="3035592"/>
                  </a:lnTo>
                  <a:close/>
                </a:path>
                <a:path w="8402320" h="3058795">
                  <a:moveTo>
                    <a:pt x="3284944" y="3035592"/>
                  </a:moveTo>
                  <a:lnTo>
                    <a:pt x="3220885" y="3035592"/>
                  </a:lnTo>
                  <a:lnTo>
                    <a:pt x="3220885" y="3058464"/>
                  </a:lnTo>
                  <a:lnTo>
                    <a:pt x="3284944" y="3058464"/>
                  </a:lnTo>
                  <a:lnTo>
                    <a:pt x="3284944" y="3035592"/>
                  </a:lnTo>
                  <a:close/>
                </a:path>
                <a:path w="8402320" h="3058795">
                  <a:moveTo>
                    <a:pt x="3394748" y="3035592"/>
                  </a:moveTo>
                  <a:lnTo>
                    <a:pt x="3330689" y="3035592"/>
                  </a:lnTo>
                  <a:lnTo>
                    <a:pt x="3330689" y="3058464"/>
                  </a:lnTo>
                  <a:lnTo>
                    <a:pt x="3394748" y="3058464"/>
                  </a:lnTo>
                  <a:lnTo>
                    <a:pt x="3394748" y="3035592"/>
                  </a:lnTo>
                  <a:close/>
                </a:path>
                <a:path w="8402320" h="3058795">
                  <a:moveTo>
                    <a:pt x="3504539" y="3035592"/>
                  </a:moveTo>
                  <a:lnTo>
                    <a:pt x="3440493" y="3035592"/>
                  </a:lnTo>
                  <a:lnTo>
                    <a:pt x="3440493" y="3058464"/>
                  </a:lnTo>
                  <a:lnTo>
                    <a:pt x="3504539" y="3058464"/>
                  </a:lnTo>
                  <a:lnTo>
                    <a:pt x="3504539" y="3035592"/>
                  </a:lnTo>
                  <a:close/>
                </a:path>
                <a:path w="8402320" h="3058795">
                  <a:moveTo>
                    <a:pt x="3614343" y="3035592"/>
                  </a:moveTo>
                  <a:lnTo>
                    <a:pt x="3550297" y="3035592"/>
                  </a:lnTo>
                  <a:lnTo>
                    <a:pt x="3550297" y="3058464"/>
                  </a:lnTo>
                  <a:lnTo>
                    <a:pt x="3614343" y="3058464"/>
                  </a:lnTo>
                  <a:lnTo>
                    <a:pt x="3614343" y="3035592"/>
                  </a:lnTo>
                  <a:close/>
                </a:path>
                <a:path w="8402320" h="3058795">
                  <a:moveTo>
                    <a:pt x="3724148" y="3035592"/>
                  </a:moveTo>
                  <a:lnTo>
                    <a:pt x="3660102" y="3035592"/>
                  </a:lnTo>
                  <a:lnTo>
                    <a:pt x="3660102" y="3058464"/>
                  </a:lnTo>
                  <a:lnTo>
                    <a:pt x="3724148" y="3058464"/>
                  </a:lnTo>
                  <a:lnTo>
                    <a:pt x="3724148" y="3035592"/>
                  </a:lnTo>
                  <a:close/>
                </a:path>
                <a:path w="8402320" h="3058795">
                  <a:moveTo>
                    <a:pt x="3833952" y="3035592"/>
                  </a:moveTo>
                  <a:lnTo>
                    <a:pt x="3769906" y="3035592"/>
                  </a:lnTo>
                  <a:lnTo>
                    <a:pt x="3769906" y="3058464"/>
                  </a:lnTo>
                  <a:lnTo>
                    <a:pt x="3833952" y="3058464"/>
                  </a:lnTo>
                  <a:lnTo>
                    <a:pt x="3833952" y="3035592"/>
                  </a:lnTo>
                  <a:close/>
                </a:path>
                <a:path w="8402320" h="3058795">
                  <a:moveTo>
                    <a:pt x="3943756" y="3035592"/>
                  </a:moveTo>
                  <a:lnTo>
                    <a:pt x="3879710" y="3035592"/>
                  </a:lnTo>
                  <a:lnTo>
                    <a:pt x="3879710" y="3058464"/>
                  </a:lnTo>
                  <a:lnTo>
                    <a:pt x="3943756" y="3058464"/>
                  </a:lnTo>
                  <a:lnTo>
                    <a:pt x="3943756" y="3035592"/>
                  </a:lnTo>
                  <a:close/>
                </a:path>
                <a:path w="8402320" h="3058795">
                  <a:moveTo>
                    <a:pt x="4053560" y="3035592"/>
                  </a:moveTo>
                  <a:lnTo>
                    <a:pt x="3989514" y="3035592"/>
                  </a:lnTo>
                  <a:lnTo>
                    <a:pt x="3989514" y="3058464"/>
                  </a:lnTo>
                  <a:lnTo>
                    <a:pt x="4053560" y="3058464"/>
                  </a:lnTo>
                  <a:lnTo>
                    <a:pt x="4053560" y="3035592"/>
                  </a:lnTo>
                  <a:close/>
                </a:path>
                <a:path w="8402320" h="3058795">
                  <a:moveTo>
                    <a:pt x="4163364" y="3035592"/>
                  </a:moveTo>
                  <a:lnTo>
                    <a:pt x="4099306" y="3035592"/>
                  </a:lnTo>
                  <a:lnTo>
                    <a:pt x="4099306" y="3058464"/>
                  </a:lnTo>
                  <a:lnTo>
                    <a:pt x="4163364" y="3058464"/>
                  </a:lnTo>
                  <a:lnTo>
                    <a:pt x="4163364" y="3035592"/>
                  </a:lnTo>
                  <a:close/>
                </a:path>
                <a:path w="8402320" h="3058795">
                  <a:moveTo>
                    <a:pt x="4273169" y="3035592"/>
                  </a:moveTo>
                  <a:lnTo>
                    <a:pt x="4209110" y="3035592"/>
                  </a:lnTo>
                  <a:lnTo>
                    <a:pt x="4209110" y="3058464"/>
                  </a:lnTo>
                  <a:lnTo>
                    <a:pt x="4273169" y="3058464"/>
                  </a:lnTo>
                  <a:lnTo>
                    <a:pt x="4273169" y="3035592"/>
                  </a:lnTo>
                  <a:close/>
                </a:path>
                <a:path w="8402320" h="3058795">
                  <a:moveTo>
                    <a:pt x="4382973" y="3035592"/>
                  </a:moveTo>
                  <a:lnTo>
                    <a:pt x="4318914" y="3035592"/>
                  </a:lnTo>
                  <a:lnTo>
                    <a:pt x="4318914" y="3058464"/>
                  </a:lnTo>
                  <a:lnTo>
                    <a:pt x="4382973" y="3058464"/>
                  </a:lnTo>
                  <a:lnTo>
                    <a:pt x="4382973" y="3035592"/>
                  </a:lnTo>
                  <a:close/>
                </a:path>
                <a:path w="8402320" h="3058795">
                  <a:moveTo>
                    <a:pt x="4492777" y="3035592"/>
                  </a:moveTo>
                  <a:lnTo>
                    <a:pt x="4428718" y="3035592"/>
                  </a:lnTo>
                  <a:lnTo>
                    <a:pt x="4428718" y="3058464"/>
                  </a:lnTo>
                  <a:lnTo>
                    <a:pt x="4492777" y="3058464"/>
                  </a:lnTo>
                  <a:lnTo>
                    <a:pt x="4492777" y="3035592"/>
                  </a:lnTo>
                  <a:close/>
                </a:path>
                <a:path w="8402320" h="3058795">
                  <a:moveTo>
                    <a:pt x="4602581" y="3035592"/>
                  </a:moveTo>
                  <a:lnTo>
                    <a:pt x="4538523" y="3035592"/>
                  </a:lnTo>
                  <a:lnTo>
                    <a:pt x="4538523" y="3058464"/>
                  </a:lnTo>
                  <a:lnTo>
                    <a:pt x="4602581" y="3058464"/>
                  </a:lnTo>
                  <a:lnTo>
                    <a:pt x="4602581" y="3035592"/>
                  </a:lnTo>
                  <a:close/>
                </a:path>
                <a:path w="8402320" h="3058795">
                  <a:moveTo>
                    <a:pt x="4712373" y="3035592"/>
                  </a:moveTo>
                  <a:lnTo>
                    <a:pt x="4648327" y="3035592"/>
                  </a:lnTo>
                  <a:lnTo>
                    <a:pt x="4648327" y="3058464"/>
                  </a:lnTo>
                  <a:lnTo>
                    <a:pt x="4712373" y="3058464"/>
                  </a:lnTo>
                  <a:lnTo>
                    <a:pt x="4712373" y="3035592"/>
                  </a:lnTo>
                  <a:close/>
                </a:path>
                <a:path w="8402320" h="3058795">
                  <a:moveTo>
                    <a:pt x="4822177" y="3035592"/>
                  </a:moveTo>
                  <a:lnTo>
                    <a:pt x="4758131" y="3035592"/>
                  </a:lnTo>
                  <a:lnTo>
                    <a:pt x="4758131" y="3058464"/>
                  </a:lnTo>
                  <a:lnTo>
                    <a:pt x="4822177" y="3058464"/>
                  </a:lnTo>
                  <a:lnTo>
                    <a:pt x="4822177" y="3035592"/>
                  </a:lnTo>
                  <a:close/>
                </a:path>
                <a:path w="8402320" h="3058795">
                  <a:moveTo>
                    <a:pt x="4931981" y="3035592"/>
                  </a:moveTo>
                  <a:lnTo>
                    <a:pt x="4867935" y="3035592"/>
                  </a:lnTo>
                  <a:lnTo>
                    <a:pt x="4867935" y="3058464"/>
                  </a:lnTo>
                  <a:lnTo>
                    <a:pt x="4931981" y="3058464"/>
                  </a:lnTo>
                  <a:lnTo>
                    <a:pt x="4931981" y="3035592"/>
                  </a:lnTo>
                  <a:close/>
                </a:path>
                <a:path w="8402320" h="3058795">
                  <a:moveTo>
                    <a:pt x="5041785" y="3035592"/>
                  </a:moveTo>
                  <a:lnTo>
                    <a:pt x="4977739" y="3035592"/>
                  </a:lnTo>
                  <a:lnTo>
                    <a:pt x="4977739" y="3058464"/>
                  </a:lnTo>
                  <a:lnTo>
                    <a:pt x="5041785" y="3058464"/>
                  </a:lnTo>
                  <a:lnTo>
                    <a:pt x="5041785" y="3035592"/>
                  </a:lnTo>
                  <a:close/>
                </a:path>
                <a:path w="8402320" h="3058795">
                  <a:moveTo>
                    <a:pt x="5151590" y="3035592"/>
                  </a:moveTo>
                  <a:lnTo>
                    <a:pt x="5087544" y="3035592"/>
                  </a:lnTo>
                  <a:lnTo>
                    <a:pt x="5087544" y="3058464"/>
                  </a:lnTo>
                  <a:lnTo>
                    <a:pt x="5151590" y="3058464"/>
                  </a:lnTo>
                  <a:lnTo>
                    <a:pt x="5151590" y="3035592"/>
                  </a:lnTo>
                  <a:close/>
                </a:path>
                <a:path w="8402320" h="3058795">
                  <a:moveTo>
                    <a:pt x="5261394" y="3035592"/>
                  </a:moveTo>
                  <a:lnTo>
                    <a:pt x="5197335" y="3035592"/>
                  </a:lnTo>
                  <a:lnTo>
                    <a:pt x="5197335" y="3058464"/>
                  </a:lnTo>
                  <a:lnTo>
                    <a:pt x="5261394" y="3058464"/>
                  </a:lnTo>
                  <a:lnTo>
                    <a:pt x="5261394" y="3035592"/>
                  </a:lnTo>
                  <a:close/>
                </a:path>
                <a:path w="8402320" h="3058795">
                  <a:moveTo>
                    <a:pt x="5371198" y="3035592"/>
                  </a:moveTo>
                  <a:lnTo>
                    <a:pt x="5307139" y="3035592"/>
                  </a:lnTo>
                  <a:lnTo>
                    <a:pt x="5307139" y="3058464"/>
                  </a:lnTo>
                  <a:lnTo>
                    <a:pt x="5371198" y="3058464"/>
                  </a:lnTo>
                  <a:lnTo>
                    <a:pt x="5371198" y="3035592"/>
                  </a:lnTo>
                  <a:close/>
                </a:path>
                <a:path w="8402320" h="3058795">
                  <a:moveTo>
                    <a:pt x="5481002" y="3035592"/>
                  </a:moveTo>
                  <a:lnTo>
                    <a:pt x="5416943" y="3035592"/>
                  </a:lnTo>
                  <a:lnTo>
                    <a:pt x="5416943" y="3058464"/>
                  </a:lnTo>
                  <a:lnTo>
                    <a:pt x="5481002" y="3058464"/>
                  </a:lnTo>
                  <a:lnTo>
                    <a:pt x="5481002" y="3035592"/>
                  </a:lnTo>
                  <a:close/>
                </a:path>
                <a:path w="8402320" h="3058795">
                  <a:moveTo>
                    <a:pt x="5590806" y="3035592"/>
                  </a:moveTo>
                  <a:lnTo>
                    <a:pt x="5526748" y="3035592"/>
                  </a:lnTo>
                  <a:lnTo>
                    <a:pt x="5526748" y="3058464"/>
                  </a:lnTo>
                  <a:lnTo>
                    <a:pt x="5590806" y="3058464"/>
                  </a:lnTo>
                  <a:lnTo>
                    <a:pt x="5590806" y="3035592"/>
                  </a:lnTo>
                  <a:close/>
                </a:path>
                <a:path w="8402320" h="3058795">
                  <a:moveTo>
                    <a:pt x="5700611" y="3035592"/>
                  </a:moveTo>
                  <a:lnTo>
                    <a:pt x="5636552" y="3035592"/>
                  </a:lnTo>
                  <a:lnTo>
                    <a:pt x="5636552" y="3058464"/>
                  </a:lnTo>
                  <a:lnTo>
                    <a:pt x="5700611" y="3058464"/>
                  </a:lnTo>
                  <a:lnTo>
                    <a:pt x="5700611" y="3035592"/>
                  </a:lnTo>
                  <a:close/>
                </a:path>
                <a:path w="8402320" h="3058795">
                  <a:moveTo>
                    <a:pt x="5810402" y="3035592"/>
                  </a:moveTo>
                  <a:lnTo>
                    <a:pt x="5746356" y="3035592"/>
                  </a:lnTo>
                  <a:lnTo>
                    <a:pt x="5746356" y="3058464"/>
                  </a:lnTo>
                  <a:lnTo>
                    <a:pt x="5810402" y="3058464"/>
                  </a:lnTo>
                  <a:lnTo>
                    <a:pt x="5810402" y="3035592"/>
                  </a:lnTo>
                  <a:close/>
                </a:path>
                <a:path w="8402320" h="3058795">
                  <a:moveTo>
                    <a:pt x="5920206" y="3035592"/>
                  </a:moveTo>
                  <a:lnTo>
                    <a:pt x="5856160" y="3035592"/>
                  </a:lnTo>
                  <a:lnTo>
                    <a:pt x="5856160" y="3058464"/>
                  </a:lnTo>
                  <a:lnTo>
                    <a:pt x="5920206" y="3058464"/>
                  </a:lnTo>
                  <a:lnTo>
                    <a:pt x="5920206" y="3035592"/>
                  </a:lnTo>
                  <a:close/>
                </a:path>
                <a:path w="8402320" h="3058795">
                  <a:moveTo>
                    <a:pt x="6030011" y="3035592"/>
                  </a:moveTo>
                  <a:lnTo>
                    <a:pt x="5965964" y="3035592"/>
                  </a:lnTo>
                  <a:lnTo>
                    <a:pt x="5965964" y="3058464"/>
                  </a:lnTo>
                  <a:lnTo>
                    <a:pt x="6030011" y="3058464"/>
                  </a:lnTo>
                  <a:lnTo>
                    <a:pt x="6030011" y="3035592"/>
                  </a:lnTo>
                  <a:close/>
                </a:path>
                <a:path w="8402320" h="3058795">
                  <a:moveTo>
                    <a:pt x="6139815" y="3035592"/>
                  </a:moveTo>
                  <a:lnTo>
                    <a:pt x="6075769" y="3035592"/>
                  </a:lnTo>
                  <a:lnTo>
                    <a:pt x="6075769" y="3058464"/>
                  </a:lnTo>
                  <a:lnTo>
                    <a:pt x="6139815" y="3058464"/>
                  </a:lnTo>
                  <a:lnTo>
                    <a:pt x="6139815" y="3035592"/>
                  </a:lnTo>
                  <a:close/>
                </a:path>
                <a:path w="8402320" h="3058795">
                  <a:moveTo>
                    <a:pt x="6249619" y="3035592"/>
                  </a:moveTo>
                  <a:lnTo>
                    <a:pt x="6185573" y="3035592"/>
                  </a:lnTo>
                  <a:lnTo>
                    <a:pt x="6185573" y="3058464"/>
                  </a:lnTo>
                  <a:lnTo>
                    <a:pt x="6249619" y="3058464"/>
                  </a:lnTo>
                  <a:lnTo>
                    <a:pt x="6249619" y="3035592"/>
                  </a:lnTo>
                  <a:close/>
                </a:path>
                <a:path w="8402320" h="3058795">
                  <a:moveTo>
                    <a:pt x="6359423" y="3035592"/>
                  </a:moveTo>
                  <a:lnTo>
                    <a:pt x="6295364" y="3035592"/>
                  </a:lnTo>
                  <a:lnTo>
                    <a:pt x="6295364" y="3058464"/>
                  </a:lnTo>
                  <a:lnTo>
                    <a:pt x="6359423" y="3058464"/>
                  </a:lnTo>
                  <a:lnTo>
                    <a:pt x="6359423" y="3035592"/>
                  </a:lnTo>
                  <a:close/>
                </a:path>
                <a:path w="8402320" h="3058795">
                  <a:moveTo>
                    <a:pt x="6469227" y="3035592"/>
                  </a:moveTo>
                  <a:lnTo>
                    <a:pt x="6405169" y="3035592"/>
                  </a:lnTo>
                  <a:lnTo>
                    <a:pt x="6405169" y="3058464"/>
                  </a:lnTo>
                  <a:lnTo>
                    <a:pt x="6469227" y="3058464"/>
                  </a:lnTo>
                  <a:lnTo>
                    <a:pt x="6469227" y="3035592"/>
                  </a:lnTo>
                  <a:close/>
                </a:path>
                <a:path w="8402320" h="3058795">
                  <a:moveTo>
                    <a:pt x="6579032" y="3035592"/>
                  </a:moveTo>
                  <a:lnTo>
                    <a:pt x="6514973" y="3035592"/>
                  </a:lnTo>
                  <a:lnTo>
                    <a:pt x="6514973" y="3058464"/>
                  </a:lnTo>
                  <a:lnTo>
                    <a:pt x="6579032" y="3058464"/>
                  </a:lnTo>
                  <a:lnTo>
                    <a:pt x="6579032" y="3035592"/>
                  </a:lnTo>
                  <a:close/>
                </a:path>
                <a:path w="8402320" h="3058795">
                  <a:moveTo>
                    <a:pt x="6688836" y="3035592"/>
                  </a:moveTo>
                  <a:lnTo>
                    <a:pt x="6624777" y="3035592"/>
                  </a:lnTo>
                  <a:lnTo>
                    <a:pt x="6624777" y="3058464"/>
                  </a:lnTo>
                  <a:lnTo>
                    <a:pt x="6688836" y="3058464"/>
                  </a:lnTo>
                  <a:lnTo>
                    <a:pt x="6688836" y="3035592"/>
                  </a:lnTo>
                  <a:close/>
                </a:path>
                <a:path w="8402320" h="3058795">
                  <a:moveTo>
                    <a:pt x="6798640" y="3035592"/>
                  </a:moveTo>
                  <a:lnTo>
                    <a:pt x="6734581" y="3035592"/>
                  </a:lnTo>
                  <a:lnTo>
                    <a:pt x="6734581" y="3058464"/>
                  </a:lnTo>
                  <a:lnTo>
                    <a:pt x="6798640" y="3058464"/>
                  </a:lnTo>
                  <a:lnTo>
                    <a:pt x="6798640" y="3035592"/>
                  </a:lnTo>
                  <a:close/>
                </a:path>
                <a:path w="8402320" h="3058795">
                  <a:moveTo>
                    <a:pt x="6908432" y="3035592"/>
                  </a:moveTo>
                  <a:lnTo>
                    <a:pt x="6844385" y="3035592"/>
                  </a:lnTo>
                  <a:lnTo>
                    <a:pt x="6844385" y="3058464"/>
                  </a:lnTo>
                  <a:lnTo>
                    <a:pt x="6908432" y="3058464"/>
                  </a:lnTo>
                  <a:lnTo>
                    <a:pt x="6908432" y="3035592"/>
                  </a:lnTo>
                  <a:close/>
                </a:path>
                <a:path w="8402320" h="3058795">
                  <a:moveTo>
                    <a:pt x="7018236" y="3035592"/>
                  </a:moveTo>
                  <a:lnTo>
                    <a:pt x="6954190" y="3035592"/>
                  </a:lnTo>
                  <a:lnTo>
                    <a:pt x="6954190" y="3058464"/>
                  </a:lnTo>
                  <a:lnTo>
                    <a:pt x="7018236" y="3058464"/>
                  </a:lnTo>
                  <a:lnTo>
                    <a:pt x="7018236" y="3035592"/>
                  </a:lnTo>
                  <a:close/>
                </a:path>
                <a:path w="8402320" h="3058795">
                  <a:moveTo>
                    <a:pt x="7128040" y="3035592"/>
                  </a:moveTo>
                  <a:lnTo>
                    <a:pt x="7063994" y="3035592"/>
                  </a:lnTo>
                  <a:lnTo>
                    <a:pt x="7063994" y="3058464"/>
                  </a:lnTo>
                  <a:lnTo>
                    <a:pt x="7128040" y="3058464"/>
                  </a:lnTo>
                  <a:lnTo>
                    <a:pt x="7128040" y="3035592"/>
                  </a:lnTo>
                  <a:close/>
                </a:path>
                <a:path w="8402320" h="3058795">
                  <a:moveTo>
                    <a:pt x="7237844" y="3035592"/>
                  </a:moveTo>
                  <a:lnTo>
                    <a:pt x="7173798" y="3035592"/>
                  </a:lnTo>
                  <a:lnTo>
                    <a:pt x="7173798" y="3058464"/>
                  </a:lnTo>
                  <a:lnTo>
                    <a:pt x="7237844" y="3058464"/>
                  </a:lnTo>
                  <a:lnTo>
                    <a:pt x="7237844" y="3035592"/>
                  </a:lnTo>
                  <a:close/>
                </a:path>
                <a:path w="8402320" h="3058795">
                  <a:moveTo>
                    <a:pt x="7347648" y="3035592"/>
                  </a:moveTo>
                  <a:lnTo>
                    <a:pt x="7283602" y="3035592"/>
                  </a:lnTo>
                  <a:lnTo>
                    <a:pt x="7283602" y="3058464"/>
                  </a:lnTo>
                  <a:lnTo>
                    <a:pt x="7347648" y="3058464"/>
                  </a:lnTo>
                  <a:lnTo>
                    <a:pt x="7347648" y="3035592"/>
                  </a:lnTo>
                  <a:close/>
                </a:path>
                <a:path w="8402320" h="3058795">
                  <a:moveTo>
                    <a:pt x="7457453" y="3035592"/>
                  </a:moveTo>
                  <a:lnTo>
                    <a:pt x="7393394" y="3035592"/>
                  </a:lnTo>
                  <a:lnTo>
                    <a:pt x="7393394" y="3058464"/>
                  </a:lnTo>
                  <a:lnTo>
                    <a:pt x="7457453" y="3058464"/>
                  </a:lnTo>
                  <a:lnTo>
                    <a:pt x="7457453" y="3035592"/>
                  </a:lnTo>
                  <a:close/>
                </a:path>
                <a:path w="8402320" h="3058795">
                  <a:moveTo>
                    <a:pt x="7567257" y="3035592"/>
                  </a:moveTo>
                  <a:lnTo>
                    <a:pt x="7503198" y="3035592"/>
                  </a:lnTo>
                  <a:lnTo>
                    <a:pt x="7503198" y="3058464"/>
                  </a:lnTo>
                  <a:lnTo>
                    <a:pt x="7567257" y="3058464"/>
                  </a:lnTo>
                  <a:lnTo>
                    <a:pt x="7567257" y="3035592"/>
                  </a:lnTo>
                  <a:close/>
                </a:path>
                <a:path w="8402320" h="3058795">
                  <a:moveTo>
                    <a:pt x="7677061" y="3035592"/>
                  </a:moveTo>
                  <a:lnTo>
                    <a:pt x="7613002" y="3035592"/>
                  </a:lnTo>
                  <a:lnTo>
                    <a:pt x="7613002" y="3058464"/>
                  </a:lnTo>
                  <a:lnTo>
                    <a:pt x="7677061" y="3058464"/>
                  </a:lnTo>
                  <a:lnTo>
                    <a:pt x="7677061" y="3035592"/>
                  </a:lnTo>
                  <a:close/>
                </a:path>
                <a:path w="8402320" h="3058795">
                  <a:moveTo>
                    <a:pt x="7786865" y="3035592"/>
                  </a:moveTo>
                  <a:lnTo>
                    <a:pt x="7722806" y="3035592"/>
                  </a:lnTo>
                  <a:lnTo>
                    <a:pt x="7722806" y="3058464"/>
                  </a:lnTo>
                  <a:lnTo>
                    <a:pt x="7786865" y="3058464"/>
                  </a:lnTo>
                  <a:lnTo>
                    <a:pt x="7786865" y="3035592"/>
                  </a:lnTo>
                  <a:close/>
                </a:path>
                <a:path w="8402320" h="3058795">
                  <a:moveTo>
                    <a:pt x="7896669" y="3035592"/>
                  </a:moveTo>
                  <a:lnTo>
                    <a:pt x="7832611" y="3035592"/>
                  </a:lnTo>
                  <a:lnTo>
                    <a:pt x="7832611" y="3058464"/>
                  </a:lnTo>
                  <a:lnTo>
                    <a:pt x="7896669" y="3058464"/>
                  </a:lnTo>
                  <a:lnTo>
                    <a:pt x="7896669" y="3035592"/>
                  </a:lnTo>
                  <a:close/>
                </a:path>
                <a:path w="8402320" h="3058795">
                  <a:moveTo>
                    <a:pt x="8006461" y="3035592"/>
                  </a:moveTo>
                  <a:lnTo>
                    <a:pt x="7942415" y="3035592"/>
                  </a:lnTo>
                  <a:lnTo>
                    <a:pt x="7942415" y="3058464"/>
                  </a:lnTo>
                  <a:lnTo>
                    <a:pt x="8006461" y="3058464"/>
                  </a:lnTo>
                  <a:lnTo>
                    <a:pt x="8006461" y="3035592"/>
                  </a:lnTo>
                  <a:close/>
                </a:path>
                <a:path w="8402320" h="3058795">
                  <a:moveTo>
                    <a:pt x="8116265" y="3035592"/>
                  </a:moveTo>
                  <a:lnTo>
                    <a:pt x="8052219" y="3035592"/>
                  </a:lnTo>
                  <a:lnTo>
                    <a:pt x="8052219" y="3058464"/>
                  </a:lnTo>
                  <a:lnTo>
                    <a:pt x="8116265" y="3058464"/>
                  </a:lnTo>
                  <a:lnTo>
                    <a:pt x="8116265" y="3035592"/>
                  </a:lnTo>
                  <a:close/>
                </a:path>
                <a:path w="8402320" h="3058795">
                  <a:moveTo>
                    <a:pt x="8226069" y="3035592"/>
                  </a:moveTo>
                  <a:lnTo>
                    <a:pt x="8162023" y="3035592"/>
                  </a:lnTo>
                  <a:lnTo>
                    <a:pt x="8162023" y="3058464"/>
                  </a:lnTo>
                  <a:lnTo>
                    <a:pt x="8226069" y="3058464"/>
                  </a:lnTo>
                  <a:lnTo>
                    <a:pt x="8226069" y="3035592"/>
                  </a:lnTo>
                  <a:close/>
                </a:path>
                <a:path w="8402320" h="3058795">
                  <a:moveTo>
                    <a:pt x="8335873" y="3035592"/>
                  </a:moveTo>
                  <a:lnTo>
                    <a:pt x="8271827" y="3035592"/>
                  </a:lnTo>
                  <a:lnTo>
                    <a:pt x="8271827" y="3058464"/>
                  </a:lnTo>
                  <a:lnTo>
                    <a:pt x="8335873" y="3058464"/>
                  </a:lnTo>
                  <a:lnTo>
                    <a:pt x="8335873" y="3035592"/>
                  </a:lnTo>
                  <a:close/>
                </a:path>
                <a:path w="8402320" h="3058795">
                  <a:moveTo>
                    <a:pt x="8402218" y="2992132"/>
                  </a:moveTo>
                  <a:lnTo>
                    <a:pt x="8379333" y="2992132"/>
                  </a:lnTo>
                  <a:lnTo>
                    <a:pt x="8379333" y="3047034"/>
                  </a:lnTo>
                  <a:lnTo>
                    <a:pt x="8381632" y="3047034"/>
                  </a:lnTo>
                  <a:lnTo>
                    <a:pt x="8381632" y="3058464"/>
                  </a:lnTo>
                  <a:lnTo>
                    <a:pt x="8402218" y="3058464"/>
                  </a:lnTo>
                  <a:lnTo>
                    <a:pt x="8402218" y="3047034"/>
                  </a:lnTo>
                  <a:lnTo>
                    <a:pt x="8402218" y="3035592"/>
                  </a:lnTo>
                  <a:lnTo>
                    <a:pt x="8402218" y="2992132"/>
                  </a:lnTo>
                  <a:close/>
                </a:path>
                <a:path w="8402320" h="3058795">
                  <a:moveTo>
                    <a:pt x="8402218" y="2882328"/>
                  </a:moveTo>
                  <a:lnTo>
                    <a:pt x="8379333" y="2882328"/>
                  </a:lnTo>
                  <a:lnTo>
                    <a:pt x="8379333" y="2946374"/>
                  </a:lnTo>
                  <a:lnTo>
                    <a:pt x="8402218" y="2946374"/>
                  </a:lnTo>
                  <a:lnTo>
                    <a:pt x="8402218" y="2882328"/>
                  </a:lnTo>
                  <a:close/>
                </a:path>
                <a:path w="8402320" h="3058795">
                  <a:moveTo>
                    <a:pt x="8402218" y="2772524"/>
                  </a:moveTo>
                  <a:lnTo>
                    <a:pt x="8379333" y="2772524"/>
                  </a:lnTo>
                  <a:lnTo>
                    <a:pt x="8379333" y="2836570"/>
                  </a:lnTo>
                  <a:lnTo>
                    <a:pt x="8402218" y="2836570"/>
                  </a:lnTo>
                  <a:lnTo>
                    <a:pt x="8402218" y="2772524"/>
                  </a:lnTo>
                  <a:close/>
                </a:path>
                <a:path w="8402320" h="3058795">
                  <a:moveTo>
                    <a:pt x="8402218" y="2662720"/>
                  </a:moveTo>
                  <a:lnTo>
                    <a:pt x="8379333" y="2662720"/>
                  </a:lnTo>
                  <a:lnTo>
                    <a:pt x="8379333" y="2726766"/>
                  </a:lnTo>
                  <a:lnTo>
                    <a:pt x="8402218" y="2726766"/>
                  </a:lnTo>
                  <a:lnTo>
                    <a:pt x="8402218" y="2662720"/>
                  </a:lnTo>
                  <a:close/>
                </a:path>
                <a:path w="8402320" h="3058795">
                  <a:moveTo>
                    <a:pt x="8402218" y="2552916"/>
                  </a:moveTo>
                  <a:lnTo>
                    <a:pt x="8379333" y="2552916"/>
                  </a:lnTo>
                  <a:lnTo>
                    <a:pt x="8379333" y="2616974"/>
                  </a:lnTo>
                  <a:lnTo>
                    <a:pt x="8402218" y="2616974"/>
                  </a:lnTo>
                  <a:lnTo>
                    <a:pt x="8402218" y="2552916"/>
                  </a:lnTo>
                  <a:close/>
                </a:path>
                <a:path w="8402320" h="3058795">
                  <a:moveTo>
                    <a:pt x="8402218" y="2443111"/>
                  </a:moveTo>
                  <a:lnTo>
                    <a:pt x="8379333" y="2443111"/>
                  </a:lnTo>
                  <a:lnTo>
                    <a:pt x="8379333" y="2507170"/>
                  </a:lnTo>
                  <a:lnTo>
                    <a:pt x="8402218" y="2507170"/>
                  </a:lnTo>
                  <a:lnTo>
                    <a:pt x="8402218" y="2443111"/>
                  </a:lnTo>
                  <a:close/>
                </a:path>
                <a:path w="8402320" h="3058795">
                  <a:moveTo>
                    <a:pt x="8402218" y="2333307"/>
                  </a:moveTo>
                  <a:lnTo>
                    <a:pt x="8379333" y="2333307"/>
                  </a:lnTo>
                  <a:lnTo>
                    <a:pt x="8379333" y="2397366"/>
                  </a:lnTo>
                  <a:lnTo>
                    <a:pt x="8402218" y="2397366"/>
                  </a:lnTo>
                  <a:lnTo>
                    <a:pt x="8402218" y="2333307"/>
                  </a:lnTo>
                  <a:close/>
                </a:path>
                <a:path w="8402320" h="3058795">
                  <a:moveTo>
                    <a:pt x="8402218" y="2223503"/>
                  </a:moveTo>
                  <a:lnTo>
                    <a:pt x="8379333" y="2223503"/>
                  </a:lnTo>
                  <a:lnTo>
                    <a:pt x="8379333" y="2287562"/>
                  </a:lnTo>
                  <a:lnTo>
                    <a:pt x="8402218" y="2287562"/>
                  </a:lnTo>
                  <a:lnTo>
                    <a:pt x="8402218" y="2223503"/>
                  </a:lnTo>
                  <a:close/>
                </a:path>
                <a:path w="8402320" h="3058795">
                  <a:moveTo>
                    <a:pt x="8402218" y="2113711"/>
                  </a:moveTo>
                  <a:lnTo>
                    <a:pt x="8379333" y="2113711"/>
                  </a:lnTo>
                  <a:lnTo>
                    <a:pt x="8379333" y="2177758"/>
                  </a:lnTo>
                  <a:lnTo>
                    <a:pt x="8402218" y="2177758"/>
                  </a:lnTo>
                  <a:lnTo>
                    <a:pt x="8402218" y="2113711"/>
                  </a:lnTo>
                  <a:close/>
                </a:path>
                <a:path w="8402320" h="3058795">
                  <a:moveTo>
                    <a:pt x="8402218" y="2003907"/>
                  </a:moveTo>
                  <a:lnTo>
                    <a:pt x="8379333" y="2003907"/>
                  </a:lnTo>
                  <a:lnTo>
                    <a:pt x="8379333" y="2067953"/>
                  </a:lnTo>
                  <a:lnTo>
                    <a:pt x="8402218" y="2067953"/>
                  </a:lnTo>
                  <a:lnTo>
                    <a:pt x="8402218" y="2003907"/>
                  </a:lnTo>
                  <a:close/>
                </a:path>
                <a:path w="8402320" h="3058795">
                  <a:moveTo>
                    <a:pt x="8402218" y="1894103"/>
                  </a:moveTo>
                  <a:lnTo>
                    <a:pt x="8379333" y="1894103"/>
                  </a:lnTo>
                  <a:lnTo>
                    <a:pt x="8379333" y="1958149"/>
                  </a:lnTo>
                  <a:lnTo>
                    <a:pt x="8402218" y="1958149"/>
                  </a:lnTo>
                  <a:lnTo>
                    <a:pt x="8402218" y="1894103"/>
                  </a:lnTo>
                  <a:close/>
                </a:path>
                <a:path w="8402320" h="3058795">
                  <a:moveTo>
                    <a:pt x="8402218" y="1784299"/>
                  </a:moveTo>
                  <a:lnTo>
                    <a:pt x="8379333" y="1784299"/>
                  </a:lnTo>
                  <a:lnTo>
                    <a:pt x="8379333" y="1848345"/>
                  </a:lnTo>
                  <a:lnTo>
                    <a:pt x="8402218" y="1848345"/>
                  </a:lnTo>
                  <a:lnTo>
                    <a:pt x="8402218" y="1784299"/>
                  </a:lnTo>
                  <a:close/>
                </a:path>
                <a:path w="8402320" h="3058795">
                  <a:moveTo>
                    <a:pt x="8402218" y="1674495"/>
                  </a:moveTo>
                  <a:lnTo>
                    <a:pt x="8379333" y="1674495"/>
                  </a:lnTo>
                  <a:lnTo>
                    <a:pt x="8379333" y="1738541"/>
                  </a:lnTo>
                  <a:lnTo>
                    <a:pt x="8402218" y="1738541"/>
                  </a:lnTo>
                  <a:lnTo>
                    <a:pt x="8402218" y="1674495"/>
                  </a:lnTo>
                  <a:close/>
                </a:path>
                <a:path w="8402320" h="3058795">
                  <a:moveTo>
                    <a:pt x="8402218" y="1564690"/>
                  </a:moveTo>
                  <a:lnTo>
                    <a:pt x="8379333" y="1564690"/>
                  </a:lnTo>
                  <a:lnTo>
                    <a:pt x="8379333" y="1628736"/>
                  </a:lnTo>
                  <a:lnTo>
                    <a:pt x="8402218" y="1628736"/>
                  </a:lnTo>
                  <a:lnTo>
                    <a:pt x="8402218" y="1564690"/>
                  </a:lnTo>
                  <a:close/>
                </a:path>
              </a:pathLst>
            </a:custGeom>
            <a:solidFill>
              <a:srgbClr val="D145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662409" y="8055588"/>
              <a:ext cx="3294379" cy="274955"/>
            </a:xfrm>
            <a:custGeom>
              <a:avLst/>
              <a:gdLst/>
              <a:ahLst/>
              <a:cxnLst/>
              <a:rect l="l" t="t" r="r" b="b"/>
              <a:pathLst>
                <a:path w="3294379" h="274954">
                  <a:moveTo>
                    <a:pt x="3156834" y="274507"/>
                  </a:moveTo>
                  <a:lnTo>
                    <a:pt x="137253" y="274507"/>
                  </a:lnTo>
                  <a:lnTo>
                    <a:pt x="130510" y="274342"/>
                  </a:lnTo>
                  <a:lnTo>
                    <a:pt x="91021" y="266487"/>
                  </a:lnTo>
                  <a:lnTo>
                    <a:pt x="55484" y="247491"/>
                  </a:lnTo>
                  <a:lnTo>
                    <a:pt x="27014" y="219022"/>
                  </a:lnTo>
                  <a:lnTo>
                    <a:pt x="8019" y="183485"/>
                  </a:lnTo>
                  <a:lnTo>
                    <a:pt x="164" y="143996"/>
                  </a:lnTo>
                  <a:lnTo>
                    <a:pt x="0" y="137253"/>
                  </a:lnTo>
                  <a:lnTo>
                    <a:pt x="164" y="130510"/>
                  </a:lnTo>
                  <a:lnTo>
                    <a:pt x="8019" y="91021"/>
                  </a:lnTo>
                  <a:lnTo>
                    <a:pt x="27014" y="55484"/>
                  </a:lnTo>
                  <a:lnTo>
                    <a:pt x="55484" y="27014"/>
                  </a:lnTo>
                  <a:lnTo>
                    <a:pt x="91021" y="8019"/>
                  </a:lnTo>
                  <a:lnTo>
                    <a:pt x="130510" y="164"/>
                  </a:lnTo>
                  <a:lnTo>
                    <a:pt x="137253" y="0"/>
                  </a:lnTo>
                  <a:lnTo>
                    <a:pt x="3156834" y="0"/>
                  </a:lnTo>
                  <a:lnTo>
                    <a:pt x="3196677" y="5908"/>
                  </a:lnTo>
                  <a:lnTo>
                    <a:pt x="3233087" y="23130"/>
                  </a:lnTo>
                  <a:lnTo>
                    <a:pt x="3262934" y="50179"/>
                  </a:lnTo>
                  <a:lnTo>
                    <a:pt x="3283640" y="84728"/>
                  </a:lnTo>
                  <a:lnTo>
                    <a:pt x="3293428" y="123800"/>
                  </a:lnTo>
                  <a:lnTo>
                    <a:pt x="3294088" y="137253"/>
                  </a:lnTo>
                  <a:lnTo>
                    <a:pt x="3293923" y="143996"/>
                  </a:lnTo>
                  <a:lnTo>
                    <a:pt x="3286068" y="183485"/>
                  </a:lnTo>
                  <a:lnTo>
                    <a:pt x="3267073" y="219022"/>
                  </a:lnTo>
                  <a:lnTo>
                    <a:pt x="3238603" y="247491"/>
                  </a:lnTo>
                  <a:lnTo>
                    <a:pt x="3203066" y="266487"/>
                  </a:lnTo>
                  <a:lnTo>
                    <a:pt x="3163577" y="274342"/>
                  </a:lnTo>
                  <a:lnTo>
                    <a:pt x="3156834" y="274507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2414880" y="4823043"/>
            <a:ext cx="180340" cy="902335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000" spc="-35" b="1">
                <a:solidFill>
                  <a:srgbClr val="A76A04"/>
                </a:solidFill>
                <a:latin typeface="Tahoma"/>
                <a:cs typeface="Tahoma"/>
              </a:rPr>
              <a:t>needs_rewrite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1696350" y="4102794"/>
            <a:ext cx="4221480" cy="2525395"/>
            <a:chOff x="11696350" y="4102794"/>
            <a:chExt cx="4221480" cy="2525395"/>
          </a:xfrm>
        </p:grpSpPr>
        <p:sp>
          <p:nvSpPr>
            <p:cNvPr id="73" name="object 73"/>
            <p:cNvSpPr/>
            <p:nvPr/>
          </p:nvSpPr>
          <p:spPr>
            <a:xfrm>
              <a:off x="11708097" y="6536648"/>
              <a:ext cx="1208405" cy="0"/>
            </a:xfrm>
            <a:custGeom>
              <a:avLst/>
              <a:gdLst/>
              <a:ahLst/>
              <a:cxnLst/>
              <a:rect l="l" t="t" r="r" b="b"/>
              <a:pathLst>
                <a:path w="1208404" h="0">
                  <a:moveTo>
                    <a:pt x="0" y="0"/>
                  </a:moveTo>
                  <a:lnTo>
                    <a:pt x="1207832" y="0"/>
                  </a:lnTo>
                </a:path>
              </a:pathLst>
            </a:custGeom>
            <a:ln w="22875">
              <a:solidFill>
                <a:srgbClr val="0C79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2751219" y="4270082"/>
              <a:ext cx="3166110" cy="2358390"/>
            </a:xfrm>
            <a:custGeom>
              <a:avLst/>
              <a:gdLst/>
              <a:ahLst/>
              <a:cxnLst/>
              <a:rect l="l" t="t" r="r" b="b"/>
              <a:pathLst>
                <a:path w="3166109" h="2358390">
                  <a:moveTo>
                    <a:pt x="183007" y="2266569"/>
                  </a:moveTo>
                  <a:lnTo>
                    <a:pt x="0" y="2175065"/>
                  </a:lnTo>
                  <a:lnTo>
                    <a:pt x="0" y="2358072"/>
                  </a:lnTo>
                  <a:lnTo>
                    <a:pt x="183007" y="2266569"/>
                  </a:lnTo>
                  <a:close/>
                </a:path>
                <a:path w="3166109" h="2358390">
                  <a:moveTo>
                    <a:pt x="3165983" y="0"/>
                  </a:moveTo>
                  <a:lnTo>
                    <a:pt x="3136252" y="32080"/>
                  </a:lnTo>
                  <a:lnTo>
                    <a:pt x="3095739" y="50253"/>
                  </a:lnTo>
                  <a:lnTo>
                    <a:pt x="3045472" y="65900"/>
                  </a:lnTo>
                  <a:lnTo>
                    <a:pt x="2985503" y="80251"/>
                  </a:lnTo>
                  <a:lnTo>
                    <a:pt x="2904883" y="95427"/>
                  </a:lnTo>
                  <a:lnTo>
                    <a:pt x="2854414" y="103352"/>
                  </a:lnTo>
                  <a:lnTo>
                    <a:pt x="2800121" y="110883"/>
                  </a:lnTo>
                  <a:lnTo>
                    <a:pt x="2730208" y="119354"/>
                  </a:lnTo>
                  <a:lnTo>
                    <a:pt x="2655481" y="127152"/>
                  </a:lnTo>
                  <a:lnTo>
                    <a:pt x="2576322" y="134251"/>
                  </a:lnTo>
                  <a:lnTo>
                    <a:pt x="2478951" y="141605"/>
                  </a:lnTo>
                  <a:lnTo>
                    <a:pt x="2376868" y="147878"/>
                  </a:lnTo>
                  <a:lnTo>
                    <a:pt x="2270810" y="153060"/>
                  </a:lnTo>
                  <a:lnTo>
                    <a:pt x="2145766" y="157556"/>
                  </a:lnTo>
                  <a:lnTo>
                    <a:pt x="2017763" y="160515"/>
                  </a:lnTo>
                  <a:lnTo>
                    <a:pt x="1888032" y="161899"/>
                  </a:lnTo>
                  <a:lnTo>
                    <a:pt x="1757845" y="161709"/>
                  </a:lnTo>
                  <a:lnTo>
                    <a:pt x="1628432" y="159918"/>
                  </a:lnTo>
                  <a:lnTo>
                    <a:pt x="1501051" y="156578"/>
                  </a:lnTo>
                  <a:lnTo>
                    <a:pt x="1376921" y="151688"/>
                  </a:lnTo>
                  <a:lnTo>
                    <a:pt x="1271930" y="146202"/>
                  </a:lnTo>
                  <a:lnTo>
                    <a:pt x="1171117" y="139611"/>
                  </a:lnTo>
                  <a:lnTo>
                    <a:pt x="1075220" y="131965"/>
                  </a:lnTo>
                  <a:lnTo>
                    <a:pt x="997496" y="124625"/>
                  </a:lnTo>
                  <a:lnTo>
                    <a:pt x="924331" y="116598"/>
                  </a:lnTo>
                  <a:lnTo>
                    <a:pt x="856119" y="107924"/>
                  </a:lnTo>
                  <a:lnTo>
                    <a:pt x="803325" y="100228"/>
                  </a:lnTo>
                  <a:lnTo>
                    <a:pt x="754443" y="92151"/>
                  </a:lnTo>
                  <a:lnTo>
                    <a:pt x="709637" y="83718"/>
                  </a:lnTo>
                  <a:lnTo>
                    <a:pt x="646849" y="69557"/>
                  </a:lnTo>
                  <a:lnTo>
                    <a:pt x="597281" y="55333"/>
                  </a:lnTo>
                  <a:lnTo>
                    <a:pt x="557453" y="39941"/>
                  </a:lnTo>
                  <a:lnTo>
                    <a:pt x="523582" y="18808"/>
                  </a:lnTo>
                  <a:lnTo>
                    <a:pt x="512419" y="0"/>
                  </a:lnTo>
                  <a:lnTo>
                    <a:pt x="512419" y="622223"/>
                  </a:lnTo>
                  <a:lnTo>
                    <a:pt x="542150" y="654304"/>
                  </a:lnTo>
                  <a:lnTo>
                    <a:pt x="582650" y="672477"/>
                  </a:lnTo>
                  <a:lnTo>
                    <a:pt x="632929" y="688111"/>
                  </a:lnTo>
                  <a:lnTo>
                    <a:pt x="692886" y="702462"/>
                  </a:lnTo>
                  <a:lnTo>
                    <a:pt x="773518" y="717638"/>
                  </a:lnTo>
                  <a:lnTo>
                    <a:pt x="823988" y="725563"/>
                  </a:lnTo>
                  <a:lnTo>
                    <a:pt x="878281" y="733094"/>
                  </a:lnTo>
                  <a:lnTo>
                    <a:pt x="948182" y="741565"/>
                  </a:lnTo>
                  <a:lnTo>
                    <a:pt x="1022921" y="749376"/>
                  </a:lnTo>
                  <a:lnTo>
                    <a:pt x="1102080" y="756475"/>
                  </a:lnTo>
                  <a:lnTo>
                    <a:pt x="1199438" y="763816"/>
                  </a:lnTo>
                  <a:lnTo>
                    <a:pt x="1301534" y="770102"/>
                  </a:lnTo>
                  <a:lnTo>
                    <a:pt x="1407579" y="775271"/>
                  </a:lnTo>
                  <a:lnTo>
                    <a:pt x="1532636" y="779780"/>
                  </a:lnTo>
                  <a:lnTo>
                    <a:pt x="1660639" y="782739"/>
                  </a:lnTo>
                  <a:lnTo>
                    <a:pt x="1790369" y="784123"/>
                  </a:lnTo>
                  <a:lnTo>
                    <a:pt x="1920557" y="783920"/>
                  </a:lnTo>
                  <a:lnTo>
                    <a:pt x="2049970" y="782142"/>
                  </a:lnTo>
                  <a:lnTo>
                    <a:pt x="2177351" y="778789"/>
                  </a:lnTo>
                  <a:lnTo>
                    <a:pt x="2301481" y="773912"/>
                  </a:lnTo>
                  <a:lnTo>
                    <a:pt x="2406472" y="768413"/>
                  </a:lnTo>
                  <a:lnTo>
                    <a:pt x="2507284" y="761822"/>
                  </a:lnTo>
                  <a:lnTo>
                    <a:pt x="2603169" y="754189"/>
                  </a:lnTo>
                  <a:lnTo>
                    <a:pt x="2680906" y="746848"/>
                  </a:lnTo>
                  <a:lnTo>
                    <a:pt x="2754071" y="738809"/>
                  </a:lnTo>
                  <a:lnTo>
                    <a:pt x="2822283" y="730135"/>
                  </a:lnTo>
                  <a:lnTo>
                    <a:pt x="2875076" y="722439"/>
                  </a:lnTo>
                  <a:lnTo>
                    <a:pt x="2923959" y="714362"/>
                  </a:lnTo>
                  <a:lnTo>
                    <a:pt x="2968764" y="705929"/>
                  </a:lnTo>
                  <a:lnTo>
                    <a:pt x="3031540" y="691769"/>
                  </a:lnTo>
                  <a:lnTo>
                    <a:pt x="3081109" y="677557"/>
                  </a:lnTo>
                  <a:lnTo>
                    <a:pt x="3120948" y="662165"/>
                  </a:lnTo>
                  <a:lnTo>
                    <a:pt x="3154807" y="641032"/>
                  </a:lnTo>
                  <a:lnTo>
                    <a:pt x="3165983" y="622223"/>
                  </a:lnTo>
                  <a:lnTo>
                    <a:pt x="3165983" y="0"/>
                  </a:lnTo>
                  <a:close/>
                </a:path>
              </a:pathLst>
            </a:custGeom>
            <a:solidFill>
              <a:srgbClr val="0C79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3263639" y="4102794"/>
              <a:ext cx="2653665" cy="329565"/>
            </a:xfrm>
            <a:custGeom>
              <a:avLst/>
              <a:gdLst/>
              <a:ahLst/>
              <a:cxnLst/>
              <a:rect l="l" t="t" r="r" b="b"/>
              <a:pathLst>
                <a:path w="2653665" h="329564">
                  <a:moveTo>
                    <a:pt x="1277950" y="329185"/>
                  </a:moveTo>
                  <a:lnTo>
                    <a:pt x="1148226" y="327798"/>
                  </a:lnTo>
                  <a:lnTo>
                    <a:pt x="1020220" y="324840"/>
                  </a:lnTo>
                  <a:lnTo>
                    <a:pt x="895169" y="320338"/>
                  </a:lnTo>
                  <a:lnTo>
                    <a:pt x="789116" y="315167"/>
                  </a:lnTo>
                  <a:lnTo>
                    <a:pt x="687030" y="308885"/>
                  </a:lnTo>
                  <a:lnTo>
                    <a:pt x="589661" y="301539"/>
                  </a:lnTo>
                  <a:lnTo>
                    <a:pt x="510505" y="294436"/>
                  </a:lnTo>
                  <a:lnTo>
                    <a:pt x="435770" y="286630"/>
                  </a:lnTo>
                  <a:lnTo>
                    <a:pt x="365863" y="278163"/>
                  </a:lnTo>
                  <a:lnTo>
                    <a:pt x="311572" y="270634"/>
                  </a:lnTo>
                  <a:lnTo>
                    <a:pt x="261099" y="262707"/>
                  </a:lnTo>
                  <a:lnTo>
                    <a:pt x="214639" y="254410"/>
                  </a:lnTo>
                  <a:lnTo>
                    <a:pt x="149077" y="240445"/>
                  </a:lnTo>
                  <a:lnTo>
                    <a:pt x="92685" y="225132"/>
                  </a:lnTo>
                  <a:lnTo>
                    <a:pt x="50827" y="209824"/>
                  </a:lnTo>
                  <a:lnTo>
                    <a:pt x="11174" y="186093"/>
                  </a:lnTo>
                  <a:lnTo>
                    <a:pt x="0" y="167288"/>
                  </a:lnTo>
                  <a:lnTo>
                    <a:pt x="0" y="161897"/>
                  </a:lnTo>
                  <a:lnTo>
                    <a:pt x="29730" y="129816"/>
                  </a:lnTo>
                  <a:lnTo>
                    <a:pt x="70241" y="111643"/>
                  </a:lnTo>
                  <a:lnTo>
                    <a:pt x="107317" y="99700"/>
                  </a:lnTo>
                  <a:lnTo>
                    <a:pt x="164428" y="85174"/>
                  </a:lnTo>
                  <a:lnTo>
                    <a:pt x="242024" y="69754"/>
                  </a:lnTo>
                  <a:lnTo>
                    <a:pt x="290912" y="61675"/>
                  </a:lnTo>
                  <a:lnTo>
                    <a:pt x="343700" y="53983"/>
                  </a:lnTo>
                  <a:lnTo>
                    <a:pt x="411912" y="45305"/>
                  </a:lnTo>
                  <a:lnTo>
                    <a:pt x="485082" y="37274"/>
                  </a:lnTo>
                  <a:lnTo>
                    <a:pt x="562810" y="29932"/>
                  </a:lnTo>
                  <a:lnTo>
                    <a:pt x="658697" y="22292"/>
                  </a:lnTo>
                  <a:lnTo>
                    <a:pt x="759511" y="15701"/>
                  </a:lnTo>
                  <a:lnTo>
                    <a:pt x="864506" y="10208"/>
                  </a:lnTo>
                  <a:lnTo>
                    <a:pt x="988632" y="5327"/>
                  </a:lnTo>
                  <a:lnTo>
                    <a:pt x="1116013" y="1979"/>
                  </a:lnTo>
                  <a:lnTo>
                    <a:pt x="1245425" y="198"/>
                  </a:lnTo>
                  <a:lnTo>
                    <a:pt x="1375620" y="0"/>
                  </a:lnTo>
                  <a:lnTo>
                    <a:pt x="1505344" y="1386"/>
                  </a:lnTo>
                  <a:lnTo>
                    <a:pt x="1633347" y="4345"/>
                  </a:lnTo>
                  <a:lnTo>
                    <a:pt x="1758400" y="8847"/>
                  </a:lnTo>
                  <a:lnTo>
                    <a:pt x="1864453" y="14018"/>
                  </a:lnTo>
                  <a:lnTo>
                    <a:pt x="1966540" y="20300"/>
                  </a:lnTo>
                  <a:lnTo>
                    <a:pt x="2063906" y="27646"/>
                  </a:lnTo>
                  <a:lnTo>
                    <a:pt x="2143065" y="34748"/>
                  </a:lnTo>
                  <a:lnTo>
                    <a:pt x="2217798" y="42554"/>
                  </a:lnTo>
                  <a:lnTo>
                    <a:pt x="2287705" y="51022"/>
                  </a:lnTo>
                  <a:lnTo>
                    <a:pt x="2341997" y="58550"/>
                  </a:lnTo>
                  <a:lnTo>
                    <a:pt x="2392469" y="66478"/>
                  </a:lnTo>
                  <a:lnTo>
                    <a:pt x="2438929" y="74775"/>
                  </a:lnTo>
                  <a:lnTo>
                    <a:pt x="2504492" y="88740"/>
                  </a:lnTo>
                  <a:lnTo>
                    <a:pt x="2560883" y="104053"/>
                  </a:lnTo>
                  <a:lnTo>
                    <a:pt x="2602743" y="119361"/>
                  </a:lnTo>
                  <a:lnTo>
                    <a:pt x="2642395" y="143091"/>
                  </a:lnTo>
                  <a:lnTo>
                    <a:pt x="2653571" y="164592"/>
                  </a:lnTo>
                  <a:lnTo>
                    <a:pt x="2653570" y="167288"/>
                  </a:lnTo>
                  <a:lnTo>
                    <a:pt x="2623838" y="199368"/>
                  </a:lnTo>
                  <a:lnTo>
                    <a:pt x="2583325" y="217542"/>
                  </a:lnTo>
                  <a:lnTo>
                    <a:pt x="2546249" y="229485"/>
                  </a:lnTo>
                  <a:lnTo>
                    <a:pt x="2489140" y="244010"/>
                  </a:lnTo>
                  <a:lnTo>
                    <a:pt x="2411544" y="259430"/>
                  </a:lnTo>
                  <a:lnTo>
                    <a:pt x="2362657" y="267509"/>
                  </a:lnTo>
                  <a:lnTo>
                    <a:pt x="2309868" y="275201"/>
                  </a:lnTo>
                  <a:lnTo>
                    <a:pt x="2241656" y="283879"/>
                  </a:lnTo>
                  <a:lnTo>
                    <a:pt x="2168488" y="291911"/>
                  </a:lnTo>
                  <a:lnTo>
                    <a:pt x="2090758" y="299252"/>
                  </a:lnTo>
                  <a:lnTo>
                    <a:pt x="1994871" y="306893"/>
                  </a:lnTo>
                  <a:lnTo>
                    <a:pt x="1894059" y="313483"/>
                  </a:lnTo>
                  <a:lnTo>
                    <a:pt x="1789063" y="318976"/>
                  </a:lnTo>
                  <a:lnTo>
                    <a:pt x="1664938" y="323858"/>
                  </a:lnTo>
                  <a:lnTo>
                    <a:pt x="1537555" y="327205"/>
                  </a:lnTo>
                  <a:lnTo>
                    <a:pt x="1408146" y="328987"/>
                  </a:lnTo>
                  <a:lnTo>
                    <a:pt x="1277950" y="329185"/>
                  </a:lnTo>
                  <a:close/>
                </a:path>
              </a:pathLst>
            </a:custGeom>
            <a:solidFill>
              <a:srgbClr val="299C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14110935" y="4468117"/>
            <a:ext cx="955040" cy="5168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1450" spc="-10" b="1">
                <a:solidFill>
                  <a:srgbClr val="FFFFFF"/>
                </a:solidFill>
                <a:latin typeface="Tahoma"/>
                <a:cs typeface="Tahoma"/>
              </a:rPr>
              <a:t>memory</a:t>
            </a:r>
            <a:endParaRPr sz="14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1050" spc="50">
                <a:solidFill>
                  <a:srgbClr val="CFEFE7"/>
                </a:solidFill>
                <a:latin typeface="Tahoma"/>
                <a:cs typeface="Tahoma"/>
              </a:rPr>
              <a:t>SQLite</a:t>
            </a:r>
            <a:r>
              <a:rPr dirty="0" sz="1050" spc="-85">
                <a:solidFill>
                  <a:srgbClr val="CFEFE7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CFEFE7"/>
                </a:solidFill>
                <a:latin typeface="Tahoma"/>
                <a:cs typeface="Tahoma"/>
              </a:rPr>
              <a:t>+</a:t>
            </a:r>
            <a:r>
              <a:rPr dirty="0" sz="1050" spc="-20">
                <a:solidFill>
                  <a:srgbClr val="CFEFE7"/>
                </a:solidFill>
                <a:latin typeface="Tahoma"/>
                <a:cs typeface="Tahoma"/>
              </a:rPr>
              <a:t> </a:t>
            </a:r>
            <a:r>
              <a:rPr dirty="0" sz="1050" spc="55">
                <a:solidFill>
                  <a:srgbClr val="CFEFE7"/>
                </a:solidFill>
                <a:latin typeface="Tahoma"/>
                <a:cs typeface="Tahoma"/>
              </a:rPr>
              <a:t>FTS5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2061274" y="6652097"/>
            <a:ext cx="4533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solidFill>
                  <a:srgbClr val="0C7967"/>
                </a:solidFill>
                <a:latin typeface="Tahoma"/>
                <a:cs typeface="Tahoma"/>
              </a:rPr>
              <a:t>accept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2943323" y="6207181"/>
            <a:ext cx="3294379" cy="659130"/>
            <a:chOff x="12943323" y="6207181"/>
            <a:chExt cx="3294379" cy="659130"/>
          </a:xfrm>
        </p:grpSpPr>
        <p:sp>
          <p:nvSpPr>
            <p:cNvPr id="79" name="object 79"/>
            <p:cNvSpPr/>
            <p:nvPr/>
          </p:nvSpPr>
          <p:spPr>
            <a:xfrm>
              <a:off x="12952530" y="6216389"/>
              <a:ext cx="3275965" cy="640715"/>
            </a:xfrm>
            <a:custGeom>
              <a:avLst/>
              <a:gdLst/>
              <a:ahLst/>
              <a:cxnLst/>
              <a:rect l="l" t="t" r="r" b="b"/>
              <a:pathLst>
                <a:path w="3275965" h="640715">
                  <a:moveTo>
                    <a:pt x="3156096" y="640516"/>
                  </a:moveTo>
                  <a:lnTo>
                    <a:pt x="119692" y="640516"/>
                  </a:lnTo>
                  <a:lnTo>
                    <a:pt x="111362" y="639696"/>
                  </a:lnTo>
                  <a:lnTo>
                    <a:pt x="71309" y="627546"/>
                  </a:lnTo>
                  <a:lnTo>
                    <a:pt x="31573" y="597048"/>
                  </a:lnTo>
                  <a:lnTo>
                    <a:pt x="6533" y="553665"/>
                  </a:lnTo>
                  <a:lnTo>
                    <a:pt x="0" y="520824"/>
                  </a:lnTo>
                  <a:lnTo>
                    <a:pt x="0" y="119691"/>
                  </a:lnTo>
                  <a:lnTo>
                    <a:pt x="12970" y="71308"/>
                  </a:lnTo>
                  <a:lnTo>
                    <a:pt x="43469" y="31572"/>
                  </a:lnTo>
                  <a:lnTo>
                    <a:pt x="86851" y="6532"/>
                  </a:lnTo>
                  <a:lnTo>
                    <a:pt x="119692" y="0"/>
                  </a:lnTo>
                  <a:lnTo>
                    <a:pt x="128104" y="0"/>
                  </a:lnTo>
                  <a:lnTo>
                    <a:pt x="3156096" y="0"/>
                  </a:lnTo>
                  <a:lnTo>
                    <a:pt x="3204476" y="12970"/>
                  </a:lnTo>
                  <a:lnTo>
                    <a:pt x="3244214" y="43468"/>
                  </a:lnTo>
                  <a:lnTo>
                    <a:pt x="3269254" y="86851"/>
                  </a:lnTo>
                  <a:lnTo>
                    <a:pt x="3275787" y="119691"/>
                  </a:lnTo>
                  <a:lnTo>
                    <a:pt x="3275787" y="520824"/>
                  </a:lnTo>
                  <a:lnTo>
                    <a:pt x="3262816" y="569207"/>
                  </a:lnTo>
                  <a:lnTo>
                    <a:pt x="3232318" y="608943"/>
                  </a:lnTo>
                  <a:lnTo>
                    <a:pt x="3188935" y="633983"/>
                  </a:lnTo>
                  <a:lnTo>
                    <a:pt x="3164426" y="639696"/>
                  </a:lnTo>
                  <a:lnTo>
                    <a:pt x="3156096" y="640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952530" y="6216389"/>
              <a:ext cx="3275965" cy="640715"/>
            </a:xfrm>
            <a:custGeom>
              <a:avLst/>
              <a:gdLst/>
              <a:ahLst/>
              <a:cxnLst/>
              <a:rect l="l" t="t" r="r" b="b"/>
              <a:pathLst>
                <a:path w="3275965" h="640715">
                  <a:moveTo>
                    <a:pt x="128104" y="0"/>
                  </a:moveTo>
                  <a:lnTo>
                    <a:pt x="3147685" y="0"/>
                  </a:lnTo>
                  <a:lnTo>
                    <a:pt x="3156096" y="0"/>
                  </a:lnTo>
                  <a:lnTo>
                    <a:pt x="3164426" y="820"/>
                  </a:lnTo>
                  <a:lnTo>
                    <a:pt x="3172675" y="2461"/>
                  </a:lnTo>
                  <a:lnTo>
                    <a:pt x="3180925" y="4102"/>
                  </a:lnTo>
                  <a:lnTo>
                    <a:pt x="3188935" y="6532"/>
                  </a:lnTo>
                  <a:lnTo>
                    <a:pt x="3196706" y="9751"/>
                  </a:lnTo>
                  <a:lnTo>
                    <a:pt x="3204476" y="12970"/>
                  </a:lnTo>
                  <a:lnTo>
                    <a:pt x="3211859" y="16915"/>
                  </a:lnTo>
                  <a:lnTo>
                    <a:pt x="3218852" y="21589"/>
                  </a:lnTo>
                  <a:lnTo>
                    <a:pt x="3225846" y="26262"/>
                  </a:lnTo>
                  <a:lnTo>
                    <a:pt x="3232318" y="31572"/>
                  </a:lnTo>
                  <a:lnTo>
                    <a:pt x="3238266" y="37520"/>
                  </a:lnTo>
                  <a:lnTo>
                    <a:pt x="3244214" y="43468"/>
                  </a:lnTo>
                  <a:lnTo>
                    <a:pt x="3249524" y="49939"/>
                  </a:lnTo>
                  <a:lnTo>
                    <a:pt x="3254196" y="56932"/>
                  </a:lnTo>
                  <a:lnTo>
                    <a:pt x="3258870" y="63926"/>
                  </a:lnTo>
                  <a:lnTo>
                    <a:pt x="3262816" y="71308"/>
                  </a:lnTo>
                  <a:lnTo>
                    <a:pt x="3266035" y="79080"/>
                  </a:lnTo>
                  <a:lnTo>
                    <a:pt x="3269254" y="86851"/>
                  </a:lnTo>
                  <a:lnTo>
                    <a:pt x="3271685" y="94861"/>
                  </a:lnTo>
                  <a:lnTo>
                    <a:pt x="3273325" y="103111"/>
                  </a:lnTo>
                  <a:lnTo>
                    <a:pt x="3274966" y="111361"/>
                  </a:lnTo>
                  <a:lnTo>
                    <a:pt x="3275787" y="119691"/>
                  </a:lnTo>
                  <a:lnTo>
                    <a:pt x="3275788" y="128103"/>
                  </a:lnTo>
                  <a:lnTo>
                    <a:pt x="3275788" y="512413"/>
                  </a:lnTo>
                  <a:lnTo>
                    <a:pt x="3275787" y="520824"/>
                  </a:lnTo>
                  <a:lnTo>
                    <a:pt x="3274966" y="529155"/>
                  </a:lnTo>
                  <a:lnTo>
                    <a:pt x="3273325" y="537404"/>
                  </a:lnTo>
                  <a:lnTo>
                    <a:pt x="3271685" y="545654"/>
                  </a:lnTo>
                  <a:lnTo>
                    <a:pt x="3254196" y="583583"/>
                  </a:lnTo>
                  <a:lnTo>
                    <a:pt x="3249524" y="590577"/>
                  </a:lnTo>
                  <a:lnTo>
                    <a:pt x="3244214" y="597048"/>
                  </a:lnTo>
                  <a:lnTo>
                    <a:pt x="3238266" y="602996"/>
                  </a:lnTo>
                  <a:lnTo>
                    <a:pt x="3232318" y="608943"/>
                  </a:lnTo>
                  <a:lnTo>
                    <a:pt x="3225846" y="614254"/>
                  </a:lnTo>
                  <a:lnTo>
                    <a:pt x="3218852" y="618926"/>
                  </a:lnTo>
                  <a:lnTo>
                    <a:pt x="3211859" y="623600"/>
                  </a:lnTo>
                  <a:lnTo>
                    <a:pt x="3204476" y="627546"/>
                  </a:lnTo>
                  <a:lnTo>
                    <a:pt x="3196706" y="630765"/>
                  </a:lnTo>
                  <a:lnTo>
                    <a:pt x="3188935" y="633983"/>
                  </a:lnTo>
                  <a:lnTo>
                    <a:pt x="3180925" y="636413"/>
                  </a:lnTo>
                  <a:lnTo>
                    <a:pt x="3172675" y="638055"/>
                  </a:lnTo>
                  <a:lnTo>
                    <a:pt x="3164426" y="639696"/>
                  </a:lnTo>
                  <a:lnTo>
                    <a:pt x="3156096" y="640516"/>
                  </a:lnTo>
                  <a:lnTo>
                    <a:pt x="3147685" y="640517"/>
                  </a:lnTo>
                  <a:lnTo>
                    <a:pt x="128104" y="640517"/>
                  </a:lnTo>
                  <a:lnTo>
                    <a:pt x="86851" y="633983"/>
                  </a:lnTo>
                  <a:lnTo>
                    <a:pt x="79080" y="630765"/>
                  </a:lnTo>
                  <a:lnTo>
                    <a:pt x="71309" y="627546"/>
                  </a:lnTo>
                  <a:lnTo>
                    <a:pt x="63926" y="623600"/>
                  </a:lnTo>
                  <a:lnTo>
                    <a:pt x="56933" y="618926"/>
                  </a:lnTo>
                  <a:lnTo>
                    <a:pt x="49939" y="614254"/>
                  </a:lnTo>
                  <a:lnTo>
                    <a:pt x="43469" y="608943"/>
                  </a:lnTo>
                  <a:lnTo>
                    <a:pt x="37521" y="602996"/>
                  </a:lnTo>
                  <a:lnTo>
                    <a:pt x="31573" y="597048"/>
                  </a:lnTo>
                  <a:lnTo>
                    <a:pt x="9751" y="561436"/>
                  </a:lnTo>
                  <a:lnTo>
                    <a:pt x="2461" y="537404"/>
                  </a:lnTo>
                  <a:lnTo>
                    <a:pt x="820" y="529155"/>
                  </a:lnTo>
                  <a:lnTo>
                    <a:pt x="0" y="520824"/>
                  </a:lnTo>
                  <a:lnTo>
                    <a:pt x="1" y="512413"/>
                  </a:lnTo>
                  <a:lnTo>
                    <a:pt x="1" y="128103"/>
                  </a:lnTo>
                  <a:lnTo>
                    <a:pt x="6533" y="86850"/>
                  </a:lnTo>
                  <a:lnTo>
                    <a:pt x="21590" y="56932"/>
                  </a:lnTo>
                  <a:lnTo>
                    <a:pt x="26262" y="49939"/>
                  </a:lnTo>
                  <a:lnTo>
                    <a:pt x="31573" y="43468"/>
                  </a:lnTo>
                  <a:lnTo>
                    <a:pt x="37521" y="37520"/>
                  </a:lnTo>
                  <a:lnTo>
                    <a:pt x="43469" y="31572"/>
                  </a:lnTo>
                  <a:lnTo>
                    <a:pt x="49939" y="26262"/>
                  </a:lnTo>
                  <a:lnTo>
                    <a:pt x="56933" y="21589"/>
                  </a:lnTo>
                  <a:lnTo>
                    <a:pt x="63926" y="16915"/>
                  </a:lnTo>
                  <a:lnTo>
                    <a:pt x="103112" y="2461"/>
                  </a:lnTo>
                  <a:lnTo>
                    <a:pt x="111362" y="820"/>
                  </a:lnTo>
                  <a:lnTo>
                    <a:pt x="119692" y="0"/>
                  </a:lnTo>
                  <a:lnTo>
                    <a:pt x="128104" y="0"/>
                  </a:lnTo>
                  <a:close/>
                </a:path>
              </a:pathLst>
            </a:custGeom>
            <a:ln w="18300">
              <a:solidFill>
                <a:srgbClr val="0C79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3141022" y="6232826"/>
            <a:ext cx="2376805" cy="5187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500" spc="-10" b="1">
                <a:solidFill>
                  <a:srgbClr val="15203A"/>
                </a:solidFill>
                <a:latin typeface="Tahoma"/>
                <a:cs typeface="Tahoma"/>
              </a:rPr>
              <a:t>reflect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80">
                <a:solidFill>
                  <a:srgbClr val="646B7D"/>
                </a:solidFill>
                <a:latin typeface="Tahoma"/>
                <a:cs typeface="Tahoma"/>
              </a:rPr>
              <a:t>new</a:t>
            </a:r>
            <a:r>
              <a:rPr dirty="0" sz="11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646B7D"/>
                </a:solidFill>
                <a:latin typeface="Tahoma"/>
                <a:cs typeface="Tahoma"/>
              </a:rPr>
              <a:t>lessons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-70">
                <a:solidFill>
                  <a:srgbClr val="646B7D"/>
                </a:solidFill>
                <a:latin typeface="Tahoma"/>
                <a:cs typeface="Tahoma"/>
              </a:rPr>
              <a:t>+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80">
                <a:solidFill>
                  <a:srgbClr val="646B7D"/>
                </a:solidFill>
                <a:latin typeface="Tahoma"/>
                <a:cs typeface="Tahoma"/>
              </a:rPr>
              <a:t>source</a:t>
            </a:r>
            <a:r>
              <a:rPr dirty="0" sz="110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646B7D"/>
                </a:solidFill>
                <a:latin typeface="Tahoma"/>
                <a:cs typeface="Tahoma"/>
              </a:rPr>
              <a:t>trust</a:t>
            </a:r>
            <a:r>
              <a:rPr dirty="0" sz="11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00" spc="85">
                <a:solidFill>
                  <a:srgbClr val="646B7D"/>
                </a:solidFill>
                <a:latin typeface="Tahoma"/>
                <a:cs typeface="Tahoma"/>
              </a:rPr>
              <a:t>scores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3410045" y="5145810"/>
            <a:ext cx="2360930" cy="2434590"/>
            <a:chOff x="13410045" y="5145810"/>
            <a:chExt cx="2360930" cy="2434590"/>
          </a:xfrm>
        </p:grpSpPr>
        <p:sp>
          <p:nvSpPr>
            <p:cNvPr id="83" name="object 83"/>
            <p:cNvSpPr/>
            <p:nvPr/>
          </p:nvSpPr>
          <p:spPr>
            <a:xfrm>
              <a:off x="14590425" y="5164111"/>
              <a:ext cx="0" cy="1052830"/>
            </a:xfrm>
            <a:custGeom>
              <a:avLst/>
              <a:gdLst/>
              <a:ahLst/>
              <a:cxnLst/>
              <a:rect l="l" t="t" r="r" b="b"/>
              <a:pathLst>
                <a:path w="0" h="1052829">
                  <a:moveTo>
                    <a:pt x="0" y="1052278"/>
                  </a:moveTo>
                  <a:lnTo>
                    <a:pt x="0" y="0"/>
                  </a:lnTo>
                </a:path>
              </a:pathLst>
            </a:custGeom>
            <a:ln w="22875">
              <a:solidFill>
                <a:srgbClr val="0C79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4498923" y="5145810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4">
                  <a:moveTo>
                    <a:pt x="183004" y="183004"/>
                  </a:moveTo>
                  <a:lnTo>
                    <a:pt x="0" y="183004"/>
                  </a:lnTo>
                  <a:lnTo>
                    <a:pt x="91502" y="0"/>
                  </a:lnTo>
                  <a:lnTo>
                    <a:pt x="183004" y="183004"/>
                  </a:lnTo>
                  <a:close/>
                </a:path>
              </a:pathLst>
            </a:custGeom>
            <a:solidFill>
              <a:srgbClr val="0C79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3410045" y="7177165"/>
              <a:ext cx="2360930" cy="403225"/>
            </a:xfrm>
            <a:custGeom>
              <a:avLst/>
              <a:gdLst/>
              <a:ahLst/>
              <a:cxnLst/>
              <a:rect l="l" t="t" r="r" b="b"/>
              <a:pathLst>
                <a:path w="2360930" h="403225">
                  <a:moveTo>
                    <a:pt x="2166050" y="402610"/>
                  </a:moveTo>
                  <a:lnTo>
                    <a:pt x="194711" y="402610"/>
                  </a:lnTo>
                  <a:lnTo>
                    <a:pt x="188135" y="402287"/>
                  </a:lnTo>
                  <a:lnTo>
                    <a:pt x="149177" y="395856"/>
                  </a:lnTo>
                  <a:lnTo>
                    <a:pt x="112223" y="381948"/>
                  </a:lnTo>
                  <a:lnTo>
                    <a:pt x="78693" y="361098"/>
                  </a:lnTo>
                  <a:lnTo>
                    <a:pt x="49876" y="334108"/>
                  </a:lnTo>
                  <a:lnTo>
                    <a:pt x="26876" y="302014"/>
                  </a:lnTo>
                  <a:lnTo>
                    <a:pt x="10579" y="266049"/>
                  </a:lnTo>
                  <a:lnTo>
                    <a:pt x="1616" y="227598"/>
                  </a:lnTo>
                  <a:lnTo>
                    <a:pt x="0" y="207898"/>
                  </a:lnTo>
                  <a:lnTo>
                    <a:pt x="0" y="194712"/>
                  </a:lnTo>
                  <a:lnTo>
                    <a:pt x="5153" y="155566"/>
                  </a:lnTo>
                  <a:lnTo>
                    <a:pt x="17844" y="118177"/>
                  </a:lnTo>
                  <a:lnTo>
                    <a:pt x="37587" y="83984"/>
                  </a:lnTo>
                  <a:lnTo>
                    <a:pt x="63621" y="54298"/>
                  </a:lnTo>
                  <a:lnTo>
                    <a:pt x="94944" y="30262"/>
                  </a:lnTo>
                  <a:lnTo>
                    <a:pt x="130357" y="12799"/>
                  </a:lnTo>
                  <a:lnTo>
                    <a:pt x="168497" y="2581"/>
                  </a:lnTo>
                  <a:lnTo>
                    <a:pt x="201304" y="0"/>
                  </a:lnTo>
                  <a:lnTo>
                    <a:pt x="2166050" y="0"/>
                  </a:lnTo>
                  <a:lnTo>
                    <a:pt x="2205194" y="5154"/>
                  </a:lnTo>
                  <a:lnTo>
                    <a:pt x="2242584" y="17846"/>
                  </a:lnTo>
                  <a:lnTo>
                    <a:pt x="2276776" y="37588"/>
                  </a:lnTo>
                  <a:lnTo>
                    <a:pt x="2306462" y="63623"/>
                  </a:lnTo>
                  <a:lnTo>
                    <a:pt x="2330496" y="94947"/>
                  </a:lnTo>
                  <a:lnTo>
                    <a:pt x="2347960" y="130359"/>
                  </a:lnTo>
                  <a:lnTo>
                    <a:pt x="2358179" y="168499"/>
                  </a:lnTo>
                  <a:lnTo>
                    <a:pt x="2360762" y="194712"/>
                  </a:lnTo>
                  <a:lnTo>
                    <a:pt x="2360762" y="207898"/>
                  </a:lnTo>
                  <a:lnTo>
                    <a:pt x="2355607" y="247044"/>
                  </a:lnTo>
                  <a:lnTo>
                    <a:pt x="2342914" y="284432"/>
                  </a:lnTo>
                  <a:lnTo>
                    <a:pt x="2323171" y="318626"/>
                  </a:lnTo>
                  <a:lnTo>
                    <a:pt x="2297139" y="348311"/>
                  </a:lnTo>
                  <a:lnTo>
                    <a:pt x="2265815" y="372347"/>
                  </a:lnTo>
                  <a:lnTo>
                    <a:pt x="2230401" y="389809"/>
                  </a:lnTo>
                  <a:lnTo>
                    <a:pt x="2192262" y="400028"/>
                  </a:lnTo>
                  <a:lnTo>
                    <a:pt x="2166050" y="402610"/>
                  </a:lnTo>
                  <a:close/>
                </a:path>
              </a:pathLst>
            </a:custGeom>
            <a:solidFill>
              <a:srgbClr val="15203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/>
          <p:cNvGrpSpPr/>
          <p:nvPr/>
        </p:nvGrpSpPr>
        <p:grpSpPr>
          <a:xfrm>
            <a:off x="14498922" y="6856906"/>
            <a:ext cx="183515" cy="302260"/>
            <a:chOff x="14498922" y="6856906"/>
            <a:chExt cx="183515" cy="302260"/>
          </a:xfrm>
        </p:grpSpPr>
        <p:sp>
          <p:nvSpPr>
            <p:cNvPr id="88" name="object 88"/>
            <p:cNvSpPr/>
            <p:nvPr/>
          </p:nvSpPr>
          <p:spPr>
            <a:xfrm>
              <a:off x="14590424" y="6856906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657"/>
                  </a:lnTo>
                </a:path>
              </a:pathLst>
            </a:custGeom>
            <a:ln w="22875">
              <a:solidFill>
                <a:srgbClr val="2A365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4498922" y="6975859"/>
              <a:ext cx="183515" cy="183515"/>
            </a:xfrm>
            <a:custGeom>
              <a:avLst/>
              <a:gdLst/>
              <a:ahLst/>
              <a:cxnLst/>
              <a:rect l="l" t="t" r="r" b="b"/>
              <a:pathLst>
                <a:path w="183515" h="183515">
                  <a:moveTo>
                    <a:pt x="0" y="0"/>
                  </a:moveTo>
                  <a:lnTo>
                    <a:pt x="183004" y="0"/>
                  </a:lnTo>
                  <a:lnTo>
                    <a:pt x="91502" y="18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6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13977585" y="7274269"/>
            <a:ext cx="12268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solidFill>
                  <a:srgbClr val="FFFFFF"/>
                </a:solidFill>
                <a:latin typeface="Tahoma"/>
                <a:cs typeface="Tahoma"/>
              </a:rPr>
              <a:t>final</a:t>
            </a:r>
            <a:r>
              <a:rPr dirty="0" sz="11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40" b="1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r>
              <a:rPr dirty="0" sz="11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b="1">
                <a:solidFill>
                  <a:srgbClr val="FFFFFF"/>
                </a:solidFill>
                <a:latin typeface="Tahoma"/>
                <a:cs typeface="Tahoma"/>
              </a:rPr>
              <a:t>·</a:t>
            </a:r>
            <a:r>
              <a:rPr dirty="0" sz="1150" spc="-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Tahoma"/>
                <a:cs typeface="Tahoma"/>
              </a:rPr>
              <a:t>END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04117" y="8088669"/>
            <a:ext cx="30111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A2330E"/>
                </a:solidFill>
                <a:latin typeface="Tahoma"/>
                <a:cs typeface="Tahoma"/>
              </a:rPr>
              <a:t>needs_research</a:t>
            </a:r>
            <a:r>
              <a:rPr dirty="0" sz="1050" spc="-20" b="1">
                <a:solidFill>
                  <a:srgbClr val="A2330E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2330E"/>
                </a:solidFill>
                <a:latin typeface="Times New Roman"/>
                <a:cs typeface="Times New Roman"/>
              </a:rPr>
              <a:t>→</a:t>
            </a:r>
            <a:r>
              <a:rPr dirty="0" sz="1050" spc="20" b="1">
                <a:solidFill>
                  <a:srgbClr val="A2330E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A2330E"/>
                </a:solidFill>
                <a:latin typeface="Tahoma"/>
                <a:cs typeface="Tahoma"/>
              </a:rPr>
              <a:t>planner </a:t>
            </a:r>
            <a:r>
              <a:rPr dirty="0" sz="1050" b="1">
                <a:solidFill>
                  <a:srgbClr val="A2330E"/>
                </a:solidFill>
                <a:latin typeface="Tahoma"/>
                <a:cs typeface="Tahoma"/>
              </a:rPr>
              <a:t>adds</a:t>
            </a:r>
            <a:r>
              <a:rPr dirty="0" sz="1050" spc="-30" b="1">
                <a:solidFill>
                  <a:srgbClr val="A2330E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A2330E"/>
                </a:solidFill>
                <a:latin typeface="Tahoma"/>
                <a:cs typeface="Tahoma"/>
              </a:rPr>
              <a:t>fix-up</a:t>
            </a:r>
            <a:r>
              <a:rPr dirty="0" sz="1050" spc="-30" b="1">
                <a:solidFill>
                  <a:srgbClr val="A2330E"/>
                </a:solidFill>
                <a:latin typeface="Tahoma"/>
                <a:cs typeface="Tahoma"/>
              </a:rPr>
              <a:t> </a:t>
            </a:r>
            <a:r>
              <a:rPr dirty="0" sz="1050" spc="-20" b="1">
                <a:solidFill>
                  <a:srgbClr val="A2330E"/>
                </a:solidFill>
                <a:latin typeface="Tahoma"/>
                <a:cs typeface="Tahoma"/>
              </a:rPr>
              <a:t>steps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066799" y="8867774"/>
            <a:ext cx="2514600" cy="438150"/>
            <a:chOff x="1066799" y="8867774"/>
            <a:chExt cx="2514600" cy="438150"/>
          </a:xfrm>
        </p:grpSpPr>
        <p:sp>
          <p:nvSpPr>
            <p:cNvPr id="91" name="object 91"/>
            <p:cNvSpPr/>
            <p:nvPr/>
          </p:nvSpPr>
          <p:spPr>
            <a:xfrm>
              <a:off x="1071562" y="8872536"/>
              <a:ext cx="2505075" cy="428625"/>
            </a:xfrm>
            <a:custGeom>
              <a:avLst/>
              <a:gdLst/>
              <a:ahLst/>
              <a:cxnLst/>
              <a:rect l="l" t="t" r="r" b="b"/>
              <a:pathLst>
                <a:path w="2505075" h="428625">
                  <a:moveTo>
                    <a:pt x="2402729" y="428624"/>
                  </a:moveTo>
                  <a:lnTo>
                    <a:pt x="102345" y="428624"/>
                  </a:lnTo>
                  <a:lnTo>
                    <a:pt x="95221" y="427922"/>
                  </a:lnTo>
                  <a:lnTo>
                    <a:pt x="54661" y="414158"/>
                  </a:lnTo>
                  <a:lnTo>
                    <a:pt x="22456" y="385920"/>
                  </a:lnTo>
                  <a:lnTo>
                    <a:pt x="3507" y="347509"/>
                  </a:lnTo>
                  <a:lnTo>
                    <a:pt x="0" y="326278"/>
                  </a:lnTo>
                  <a:lnTo>
                    <a:pt x="0" y="319087"/>
                  </a:lnTo>
                  <a:lnTo>
                    <a:pt x="0" y="102344"/>
                  </a:lnTo>
                  <a:lnTo>
                    <a:pt x="11090" y="60971"/>
                  </a:lnTo>
                  <a:lnTo>
                    <a:pt x="37168" y="26995"/>
                  </a:lnTo>
                  <a:lnTo>
                    <a:pt x="74263" y="5584"/>
                  </a:lnTo>
                  <a:lnTo>
                    <a:pt x="102345" y="0"/>
                  </a:lnTo>
                  <a:lnTo>
                    <a:pt x="2402729" y="0"/>
                  </a:lnTo>
                  <a:lnTo>
                    <a:pt x="2444099" y="11089"/>
                  </a:lnTo>
                  <a:lnTo>
                    <a:pt x="2478077" y="37167"/>
                  </a:lnTo>
                  <a:lnTo>
                    <a:pt x="2499488" y="74261"/>
                  </a:lnTo>
                  <a:lnTo>
                    <a:pt x="2505074" y="102344"/>
                  </a:lnTo>
                  <a:lnTo>
                    <a:pt x="2505074" y="326278"/>
                  </a:lnTo>
                  <a:lnTo>
                    <a:pt x="2493983" y="367646"/>
                  </a:lnTo>
                  <a:lnTo>
                    <a:pt x="2467905" y="401626"/>
                  </a:lnTo>
                  <a:lnTo>
                    <a:pt x="2430810" y="423034"/>
                  </a:lnTo>
                  <a:lnTo>
                    <a:pt x="2409852" y="427922"/>
                  </a:lnTo>
                  <a:lnTo>
                    <a:pt x="2402729" y="428624"/>
                  </a:lnTo>
                  <a:close/>
                </a:path>
              </a:pathLst>
            </a:custGeom>
            <a:solidFill>
              <a:srgbClr val="E7E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071562" y="8872536"/>
              <a:ext cx="2505075" cy="428625"/>
            </a:xfrm>
            <a:custGeom>
              <a:avLst/>
              <a:gdLst/>
              <a:ahLst/>
              <a:cxnLst/>
              <a:rect l="l" t="t" r="r" b="b"/>
              <a:pathLst>
                <a:path w="2505075" h="428625">
                  <a:moveTo>
                    <a:pt x="0" y="3190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19"/>
                  </a:lnTo>
                  <a:lnTo>
                    <a:pt x="2104" y="88164"/>
                  </a:lnTo>
                  <a:lnTo>
                    <a:pt x="3507" y="81111"/>
                  </a:lnTo>
                  <a:lnTo>
                    <a:pt x="5585" y="74261"/>
                  </a:lnTo>
                  <a:lnTo>
                    <a:pt x="8337" y="67617"/>
                  </a:lnTo>
                  <a:lnTo>
                    <a:pt x="11090" y="60971"/>
                  </a:lnTo>
                  <a:lnTo>
                    <a:pt x="14464" y="54660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2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395537" y="0"/>
                  </a:lnTo>
                  <a:lnTo>
                    <a:pt x="2402729" y="0"/>
                  </a:lnTo>
                  <a:lnTo>
                    <a:pt x="2409853" y="701"/>
                  </a:lnTo>
                  <a:lnTo>
                    <a:pt x="2450412" y="14462"/>
                  </a:lnTo>
                  <a:lnTo>
                    <a:pt x="2456392" y="18459"/>
                  </a:lnTo>
                  <a:lnTo>
                    <a:pt x="2462372" y="22455"/>
                  </a:lnTo>
                  <a:lnTo>
                    <a:pt x="2467905" y="26995"/>
                  </a:lnTo>
                  <a:lnTo>
                    <a:pt x="2472991" y="32082"/>
                  </a:lnTo>
                  <a:lnTo>
                    <a:pt x="2478077" y="37167"/>
                  </a:lnTo>
                  <a:lnTo>
                    <a:pt x="2482617" y="42700"/>
                  </a:lnTo>
                  <a:lnTo>
                    <a:pt x="2486613" y="48680"/>
                  </a:lnTo>
                  <a:lnTo>
                    <a:pt x="2490609" y="54660"/>
                  </a:lnTo>
                  <a:lnTo>
                    <a:pt x="2493983" y="60971"/>
                  </a:lnTo>
                  <a:lnTo>
                    <a:pt x="2496736" y="67617"/>
                  </a:lnTo>
                  <a:lnTo>
                    <a:pt x="2499488" y="74261"/>
                  </a:lnTo>
                  <a:lnTo>
                    <a:pt x="2505074" y="109537"/>
                  </a:lnTo>
                  <a:lnTo>
                    <a:pt x="2505074" y="319087"/>
                  </a:lnTo>
                  <a:lnTo>
                    <a:pt x="2496736" y="361003"/>
                  </a:lnTo>
                  <a:lnTo>
                    <a:pt x="2493983" y="367646"/>
                  </a:lnTo>
                  <a:lnTo>
                    <a:pt x="2467905" y="401626"/>
                  </a:lnTo>
                  <a:lnTo>
                    <a:pt x="2456392" y="410160"/>
                  </a:lnTo>
                  <a:lnTo>
                    <a:pt x="2450412" y="414158"/>
                  </a:lnTo>
                  <a:lnTo>
                    <a:pt x="2416906" y="426518"/>
                  </a:lnTo>
                  <a:lnTo>
                    <a:pt x="2409852" y="427922"/>
                  </a:lnTo>
                  <a:lnTo>
                    <a:pt x="2402729" y="428624"/>
                  </a:lnTo>
                  <a:lnTo>
                    <a:pt x="2395537" y="428624"/>
                  </a:lnTo>
                  <a:lnTo>
                    <a:pt x="109537" y="428624"/>
                  </a:lnTo>
                  <a:lnTo>
                    <a:pt x="102345" y="428624"/>
                  </a:lnTo>
                  <a:lnTo>
                    <a:pt x="95221" y="427922"/>
                  </a:lnTo>
                  <a:lnTo>
                    <a:pt x="88167" y="426518"/>
                  </a:lnTo>
                  <a:lnTo>
                    <a:pt x="81113" y="425113"/>
                  </a:lnTo>
                  <a:lnTo>
                    <a:pt x="48681" y="410160"/>
                  </a:lnTo>
                  <a:lnTo>
                    <a:pt x="42701" y="406167"/>
                  </a:lnTo>
                  <a:lnTo>
                    <a:pt x="37168" y="401626"/>
                  </a:lnTo>
                  <a:lnTo>
                    <a:pt x="32082" y="396540"/>
                  </a:lnTo>
                  <a:lnTo>
                    <a:pt x="26996" y="391455"/>
                  </a:lnTo>
                  <a:lnTo>
                    <a:pt x="8337" y="361003"/>
                  </a:lnTo>
                  <a:lnTo>
                    <a:pt x="5585" y="354359"/>
                  </a:lnTo>
                  <a:lnTo>
                    <a:pt x="3507" y="347509"/>
                  </a:lnTo>
                  <a:lnTo>
                    <a:pt x="2104" y="340454"/>
                  </a:lnTo>
                  <a:lnTo>
                    <a:pt x="701" y="333400"/>
                  </a:lnTo>
                  <a:lnTo>
                    <a:pt x="0" y="32627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C6CC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/>
          <p:cNvSpPr txBox="1"/>
          <p:nvPr/>
        </p:nvSpPr>
        <p:spPr>
          <a:xfrm>
            <a:off x="1216024" y="8964612"/>
            <a:ext cx="221615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b="1">
                <a:solidFill>
                  <a:srgbClr val="233399"/>
                </a:solidFill>
                <a:latin typeface="Tahoma"/>
                <a:cs typeface="Tahoma"/>
              </a:rPr>
              <a:t>Plan-and-Execute</a:t>
            </a:r>
            <a:r>
              <a:rPr dirty="0" sz="1350" spc="55" b="1">
                <a:solidFill>
                  <a:srgbClr val="233399"/>
                </a:solidFill>
                <a:latin typeface="Tahoma"/>
                <a:cs typeface="Tahoma"/>
              </a:rPr>
              <a:t>  </a:t>
            </a:r>
            <a:r>
              <a:rPr dirty="0" baseline="2415" sz="1725" spc="60">
                <a:solidFill>
                  <a:srgbClr val="646B7D"/>
                </a:solidFill>
                <a:latin typeface="Tahoma"/>
                <a:cs typeface="Tahoma"/>
              </a:rPr>
              <a:t>planner</a:t>
            </a:r>
            <a:endParaRPr baseline="2415" sz="1725">
              <a:latin typeface="Tahoma"/>
              <a:cs typeface="Tahom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3695699" y="8867774"/>
            <a:ext cx="1962150" cy="438150"/>
            <a:chOff x="3695699" y="8867774"/>
            <a:chExt cx="1962150" cy="438150"/>
          </a:xfrm>
        </p:grpSpPr>
        <p:sp>
          <p:nvSpPr>
            <p:cNvPr id="95" name="object 95"/>
            <p:cNvSpPr/>
            <p:nvPr/>
          </p:nvSpPr>
          <p:spPr>
            <a:xfrm>
              <a:off x="3700462" y="8872536"/>
              <a:ext cx="1952625" cy="428625"/>
            </a:xfrm>
            <a:custGeom>
              <a:avLst/>
              <a:gdLst/>
              <a:ahLst/>
              <a:cxnLst/>
              <a:rect l="l" t="t" r="r" b="b"/>
              <a:pathLst>
                <a:path w="1952625" h="428625">
                  <a:moveTo>
                    <a:pt x="1850279" y="428624"/>
                  </a:moveTo>
                  <a:lnTo>
                    <a:pt x="102345" y="428624"/>
                  </a:lnTo>
                  <a:lnTo>
                    <a:pt x="95222" y="427922"/>
                  </a:lnTo>
                  <a:lnTo>
                    <a:pt x="54661" y="414158"/>
                  </a:lnTo>
                  <a:lnTo>
                    <a:pt x="22455" y="385920"/>
                  </a:lnTo>
                  <a:lnTo>
                    <a:pt x="3507" y="347509"/>
                  </a:lnTo>
                  <a:lnTo>
                    <a:pt x="0" y="326278"/>
                  </a:lnTo>
                  <a:lnTo>
                    <a:pt x="0" y="319087"/>
                  </a:lnTo>
                  <a:lnTo>
                    <a:pt x="0" y="102344"/>
                  </a:lnTo>
                  <a:lnTo>
                    <a:pt x="11089" y="60971"/>
                  </a:lnTo>
                  <a:lnTo>
                    <a:pt x="37168" y="26995"/>
                  </a:lnTo>
                  <a:lnTo>
                    <a:pt x="74263" y="5584"/>
                  </a:lnTo>
                  <a:lnTo>
                    <a:pt x="102345" y="0"/>
                  </a:lnTo>
                  <a:lnTo>
                    <a:pt x="1850279" y="0"/>
                  </a:lnTo>
                  <a:lnTo>
                    <a:pt x="1891649" y="11089"/>
                  </a:lnTo>
                  <a:lnTo>
                    <a:pt x="1925627" y="37167"/>
                  </a:lnTo>
                  <a:lnTo>
                    <a:pt x="1947038" y="74261"/>
                  </a:lnTo>
                  <a:lnTo>
                    <a:pt x="1952624" y="102344"/>
                  </a:lnTo>
                  <a:lnTo>
                    <a:pt x="1952624" y="326278"/>
                  </a:lnTo>
                  <a:lnTo>
                    <a:pt x="1941533" y="367646"/>
                  </a:lnTo>
                  <a:lnTo>
                    <a:pt x="1915455" y="401626"/>
                  </a:lnTo>
                  <a:lnTo>
                    <a:pt x="1878360" y="423034"/>
                  </a:lnTo>
                  <a:lnTo>
                    <a:pt x="1857403" y="427922"/>
                  </a:lnTo>
                  <a:lnTo>
                    <a:pt x="1850279" y="428624"/>
                  </a:lnTo>
                  <a:close/>
                </a:path>
              </a:pathLst>
            </a:custGeom>
            <a:solidFill>
              <a:srgbClr val="E7E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700462" y="8872536"/>
              <a:ext cx="1952625" cy="428625"/>
            </a:xfrm>
            <a:custGeom>
              <a:avLst/>
              <a:gdLst/>
              <a:ahLst/>
              <a:cxnLst/>
              <a:rect l="l" t="t" r="r" b="b"/>
              <a:pathLst>
                <a:path w="1952625" h="428625">
                  <a:moveTo>
                    <a:pt x="0" y="3190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19"/>
                  </a:lnTo>
                  <a:lnTo>
                    <a:pt x="2104" y="88164"/>
                  </a:lnTo>
                  <a:lnTo>
                    <a:pt x="3507" y="81111"/>
                  </a:lnTo>
                  <a:lnTo>
                    <a:pt x="5584" y="74261"/>
                  </a:lnTo>
                  <a:lnTo>
                    <a:pt x="8337" y="67617"/>
                  </a:lnTo>
                  <a:lnTo>
                    <a:pt x="11089" y="60971"/>
                  </a:lnTo>
                  <a:lnTo>
                    <a:pt x="14463" y="54660"/>
                  </a:lnTo>
                  <a:lnTo>
                    <a:pt x="18459" y="48680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2"/>
                  </a:lnTo>
                  <a:lnTo>
                    <a:pt x="60973" y="11089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843087" y="0"/>
                  </a:lnTo>
                  <a:lnTo>
                    <a:pt x="1850279" y="0"/>
                  </a:lnTo>
                  <a:lnTo>
                    <a:pt x="1857403" y="701"/>
                  </a:lnTo>
                  <a:lnTo>
                    <a:pt x="1897962" y="14462"/>
                  </a:lnTo>
                  <a:lnTo>
                    <a:pt x="1903942" y="18459"/>
                  </a:lnTo>
                  <a:lnTo>
                    <a:pt x="1909923" y="22455"/>
                  </a:lnTo>
                  <a:lnTo>
                    <a:pt x="1915455" y="26995"/>
                  </a:lnTo>
                  <a:lnTo>
                    <a:pt x="1920541" y="32082"/>
                  </a:lnTo>
                  <a:lnTo>
                    <a:pt x="1925627" y="37167"/>
                  </a:lnTo>
                  <a:lnTo>
                    <a:pt x="1947038" y="74261"/>
                  </a:lnTo>
                  <a:lnTo>
                    <a:pt x="1950519" y="88165"/>
                  </a:lnTo>
                  <a:lnTo>
                    <a:pt x="1951922" y="95219"/>
                  </a:lnTo>
                  <a:lnTo>
                    <a:pt x="1952624" y="102344"/>
                  </a:lnTo>
                  <a:lnTo>
                    <a:pt x="1952625" y="109537"/>
                  </a:lnTo>
                  <a:lnTo>
                    <a:pt x="1952625" y="319087"/>
                  </a:lnTo>
                  <a:lnTo>
                    <a:pt x="1952624" y="326278"/>
                  </a:lnTo>
                  <a:lnTo>
                    <a:pt x="1951922" y="333400"/>
                  </a:lnTo>
                  <a:lnTo>
                    <a:pt x="1950519" y="340454"/>
                  </a:lnTo>
                  <a:lnTo>
                    <a:pt x="1949116" y="347509"/>
                  </a:lnTo>
                  <a:lnTo>
                    <a:pt x="1930167" y="385920"/>
                  </a:lnTo>
                  <a:lnTo>
                    <a:pt x="1920541" y="396540"/>
                  </a:lnTo>
                  <a:lnTo>
                    <a:pt x="1915455" y="401626"/>
                  </a:lnTo>
                  <a:lnTo>
                    <a:pt x="1909922" y="406167"/>
                  </a:lnTo>
                  <a:lnTo>
                    <a:pt x="1903942" y="410160"/>
                  </a:lnTo>
                  <a:lnTo>
                    <a:pt x="1897962" y="414158"/>
                  </a:lnTo>
                  <a:lnTo>
                    <a:pt x="1857403" y="427922"/>
                  </a:lnTo>
                  <a:lnTo>
                    <a:pt x="1850279" y="428624"/>
                  </a:lnTo>
                  <a:lnTo>
                    <a:pt x="1843087" y="428624"/>
                  </a:lnTo>
                  <a:lnTo>
                    <a:pt x="109537" y="428624"/>
                  </a:lnTo>
                  <a:lnTo>
                    <a:pt x="102345" y="428624"/>
                  </a:lnTo>
                  <a:lnTo>
                    <a:pt x="95222" y="427922"/>
                  </a:lnTo>
                  <a:lnTo>
                    <a:pt x="54661" y="414158"/>
                  </a:lnTo>
                  <a:lnTo>
                    <a:pt x="48681" y="410160"/>
                  </a:lnTo>
                  <a:lnTo>
                    <a:pt x="42701" y="406167"/>
                  </a:lnTo>
                  <a:lnTo>
                    <a:pt x="37168" y="401626"/>
                  </a:lnTo>
                  <a:lnTo>
                    <a:pt x="32082" y="396540"/>
                  </a:lnTo>
                  <a:lnTo>
                    <a:pt x="26996" y="391455"/>
                  </a:lnTo>
                  <a:lnTo>
                    <a:pt x="8337" y="361003"/>
                  </a:lnTo>
                  <a:lnTo>
                    <a:pt x="5585" y="354359"/>
                  </a:lnTo>
                  <a:lnTo>
                    <a:pt x="3507" y="347509"/>
                  </a:lnTo>
                  <a:lnTo>
                    <a:pt x="2104" y="340454"/>
                  </a:lnTo>
                  <a:lnTo>
                    <a:pt x="701" y="333400"/>
                  </a:lnTo>
                  <a:lnTo>
                    <a:pt x="0" y="32627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C6CC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3844925" y="8964612"/>
            <a:ext cx="166370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b="1">
                <a:solidFill>
                  <a:srgbClr val="233399"/>
                </a:solidFill>
                <a:latin typeface="Tahoma"/>
                <a:cs typeface="Tahoma"/>
              </a:rPr>
              <a:t>ReAct</a:t>
            </a:r>
            <a:r>
              <a:rPr dirty="0" sz="1350" spc="-40" b="1">
                <a:solidFill>
                  <a:srgbClr val="233399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233399"/>
                </a:solidFill>
                <a:latin typeface="Tahoma"/>
                <a:cs typeface="Tahoma"/>
              </a:rPr>
              <a:t>loop</a:t>
            </a:r>
            <a:r>
              <a:rPr dirty="0" sz="1350" spc="300" b="1">
                <a:solidFill>
                  <a:srgbClr val="233399"/>
                </a:solidFill>
                <a:latin typeface="Tahoma"/>
                <a:cs typeface="Tahoma"/>
              </a:rPr>
              <a:t> </a:t>
            </a:r>
            <a:r>
              <a:rPr dirty="0" baseline="2415" sz="1725" spc="67">
                <a:solidFill>
                  <a:srgbClr val="646B7D"/>
                </a:solidFill>
                <a:latin typeface="Tahoma"/>
                <a:cs typeface="Tahoma"/>
              </a:rPr>
              <a:t>executor</a:t>
            </a:r>
            <a:endParaRPr baseline="2415" sz="1725">
              <a:latin typeface="Tahoma"/>
              <a:cs typeface="Tahoma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5772148" y="8867774"/>
            <a:ext cx="2514600" cy="438150"/>
            <a:chOff x="5772148" y="8867774"/>
            <a:chExt cx="2514600" cy="438150"/>
          </a:xfrm>
        </p:grpSpPr>
        <p:sp>
          <p:nvSpPr>
            <p:cNvPr id="99" name="object 99"/>
            <p:cNvSpPr/>
            <p:nvPr/>
          </p:nvSpPr>
          <p:spPr>
            <a:xfrm>
              <a:off x="5776911" y="8872536"/>
              <a:ext cx="2505075" cy="428625"/>
            </a:xfrm>
            <a:custGeom>
              <a:avLst/>
              <a:gdLst/>
              <a:ahLst/>
              <a:cxnLst/>
              <a:rect l="l" t="t" r="r" b="b"/>
              <a:pathLst>
                <a:path w="2505075" h="428625">
                  <a:moveTo>
                    <a:pt x="2402729" y="428624"/>
                  </a:moveTo>
                  <a:lnTo>
                    <a:pt x="102344" y="428624"/>
                  </a:lnTo>
                  <a:lnTo>
                    <a:pt x="95221" y="427922"/>
                  </a:lnTo>
                  <a:lnTo>
                    <a:pt x="54662" y="414158"/>
                  </a:lnTo>
                  <a:lnTo>
                    <a:pt x="22455" y="385920"/>
                  </a:lnTo>
                  <a:lnTo>
                    <a:pt x="3507" y="347509"/>
                  </a:lnTo>
                  <a:lnTo>
                    <a:pt x="0" y="326278"/>
                  </a:lnTo>
                  <a:lnTo>
                    <a:pt x="0" y="319087"/>
                  </a:lnTo>
                  <a:lnTo>
                    <a:pt x="0" y="102344"/>
                  </a:lnTo>
                  <a:lnTo>
                    <a:pt x="11090" y="60971"/>
                  </a:lnTo>
                  <a:lnTo>
                    <a:pt x="37168" y="26995"/>
                  </a:lnTo>
                  <a:lnTo>
                    <a:pt x="74264" y="5584"/>
                  </a:lnTo>
                  <a:lnTo>
                    <a:pt x="102344" y="0"/>
                  </a:lnTo>
                  <a:lnTo>
                    <a:pt x="2402729" y="0"/>
                  </a:lnTo>
                  <a:lnTo>
                    <a:pt x="2444099" y="11089"/>
                  </a:lnTo>
                  <a:lnTo>
                    <a:pt x="2478077" y="37167"/>
                  </a:lnTo>
                  <a:lnTo>
                    <a:pt x="2499489" y="74261"/>
                  </a:lnTo>
                  <a:lnTo>
                    <a:pt x="2505074" y="102344"/>
                  </a:lnTo>
                  <a:lnTo>
                    <a:pt x="2505074" y="326278"/>
                  </a:lnTo>
                  <a:lnTo>
                    <a:pt x="2493983" y="367646"/>
                  </a:lnTo>
                  <a:lnTo>
                    <a:pt x="2467906" y="401626"/>
                  </a:lnTo>
                  <a:lnTo>
                    <a:pt x="2430810" y="423034"/>
                  </a:lnTo>
                  <a:lnTo>
                    <a:pt x="2409853" y="427922"/>
                  </a:lnTo>
                  <a:lnTo>
                    <a:pt x="2402729" y="428624"/>
                  </a:lnTo>
                  <a:close/>
                </a:path>
              </a:pathLst>
            </a:custGeom>
            <a:solidFill>
              <a:srgbClr val="F1E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5776911" y="8872536"/>
              <a:ext cx="2505075" cy="428625"/>
            </a:xfrm>
            <a:custGeom>
              <a:avLst/>
              <a:gdLst/>
              <a:ahLst/>
              <a:cxnLst/>
              <a:rect l="l" t="t" r="r" b="b"/>
              <a:pathLst>
                <a:path w="2505075" h="428625">
                  <a:moveTo>
                    <a:pt x="0" y="3190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19"/>
                  </a:lnTo>
                  <a:lnTo>
                    <a:pt x="2105" y="88164"/>
                  </a:lnTo>
                  <a:lnTo>
                    <a:pt x="3507" y="81111"/>
                  </a:lnTo>
                  <a:lnTo>
                    <a:pt x="5585" y="74261"/>
                  </a:lnTo>
                  <a:lnTo>
                    <a:pt x="8337" y="67617"/>
                  </a:lnTo>
                  <a:lnTo>
                    <a:pt x="11090" y="60971"/>
                  </a:lnTo>
                  <a:lnTo>
                    <a:pt x="14464" y="54660"/>
                  </a:lnTo>
                  <a:lnTo>
                    <a:pt x="18459" y="48680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2" y="14462"/>
                  </a:lnTo>
                  <a:lnTo>
                    <a:pt x="60974" y="11089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2395537" y="0"/>
                  </a:lnTo>
                  <a:lnTo>
                    <a:pt x="2402729" y="0"/>
                  </a:lnTo>
                  <a:lnTo>
                    <a:pt x="2409853" y="701"/>
                  </a:lnTo>
                  <a:lnTo>
                    <a:pt x="2450412" y="14462"/>
                  </a:lnTo>
                  <a:lnTo>
                    <a:pt x="2456392" y="18459"/>
                  </a:lnTo>
                  <a:lnTo>
                    <a:pt x="2462373" y="22455"/>
                  </a:lnTo>
                  <a:lnTo>
                    <a:pt x="2467906" y="26995"/>
                  </a:lnTo>
                  <a:lnTo>
                    <a:pt x="2472991" y="32082"/>
                  </a:lnTo>
                  <a:lnTo>
                    <a:pt x="2478077" y="37167"/>
                  </a:lnTo>
                  <a:lnTo>
                    <a:pt x="2496736" y="67617"/>
                  </a:lnTo>
                  <a:lnTo>
                    <a:pt x="2499489" y="74261"/>
                  </a:lnTo>
                  <a:lnTo>
                    <a:pt x="2501566" y="81111"/>
                  </a:lnTo>
                  <a:lnTo>
                    <a:pt x="2502969" y="88165"/>
                  </a:lnTo>
                  <a:lnTo>
                    <a:pt x="2504373" y="95219"/>
                  </a:lnTo>
                  <a:lnTo>
                    <a:pt x="2505074" y="102344"/>
                  </a:lnTo>
                  <a:lnTo>
                    <a:pt x="2505075" y="109537"/>
                  </a:lnTo>
                  <a:lnTo>
                    <a:pt x="2505075" y="319087"/>
                  </a:lnTo>
                  <a:lnTo>
                    <a:pt x="2505074" y="326278"/>
                  </a:lnTo>
                  <a:lnTo>
                    <a:pt x="2504373" y="333400"/>
                  </a:lnTo>
                  <a:lnTo>
                    <a:pt x="2502969" y="340454"/>
                  </a:lnTo>
                  <a:lnTo>
                    <a:pt x="2501566" y="347509"/>
                  </a:lnTo>
                  <a:lnTo>
                    <a:pt x="2499489" y="354359"/>
                  </a:lnTo>
                  <a:lnTo>
                    <a:pt x="2496736" y="361003"/>
                  </a:lnTo>
                  <a:lnTo>
                    <a:pt x="2493983" y="367646"/>
                  </a:lnTo>
                  <a:lnTo>
                    <a:pt x="2472991" y="396540"/>
                  </a:lnTo>
                  <a:lnTo>
                    <a:pt x="2467906" y="401626"/>
                  </a:lnTo>
                  <a:lnTo>
                    <a:pt x="2462373" y="406167"/>
                  </a:lnTo>
                  <a:lnTo>
                    <a:pt x="2456392" y="410160"/>
                  </a:lnTo>
                  <a:lnTo>
                    <a:pt x="2450412" y="414158"/>
                  </a:lnTo>
                  <a:lnTo>
                    <a:pt x="2416906" y="426518"/>
                  </a:lnTo>
                  <a:lnTo>
                    <a:pt x="2409853" y="427922"/>
                  </a:lnTo>
                  <a:lnTo>
                    <a:pt x="2402729" y="428624"/>
                  </a:lnTo>
                  <a:lnTo>
                    <a:pt x="2395537" y="428624"/>
                  </a:lnTo>
                  <a:lnTo>
                    <a:pt x="109538" y="428624"/>
                  </a:lnTo>
                  <a:lnTo>
                    <a:pt x="102344" y="428624"/>
                  </a:lnTo>
                  <a:lnTo>
                    <a:pt x="95221" y="427922"/>
                  </a:lnTo>
                  <a:lnTo>
                    <a:pt x="88167" y="426518"/>
                  </a:lnTo>
                  <a:lnTo>
                    <a:pt x="81113" y="425113"/>
                  </a:lnTo>
                  <a:lnTo>
                    <a:pt x="48681" y="410160"/>
                  </a:lnTo>
                  <a:lnTo>
                    <a:pt x="42701" y="406167"/>
                  </a:lnTo>
                  <a:lnTo>
                    <a:pt x="37168" y="401626"/>
                  </a:lnTo>
                  <a:lnTo>
                    <a:pt x="32082" y="396540"/>
                  </a:lnTo>
                  <a:lnTo>
                    <a:pt x="26996" y="391455"/>
                  </a:lnTo>
                  <a:lnTo>
                    <a:pt x="8337" y="361003"/>
                  </a:lnTo>
                  <a:lnTo>
                    <a:pt x="5585" y="354359"/>
                  </a:lnTo>
                  <a:lnTo>
                    <a:pt x="3507" y="347509"/>
                  </a:lnTo>
                  <a:lnTo>
                    <a:pt x="2105" y="340454"/>
                  </a:lnTo>
                  <a:lnTo>
                    <a:pt x="701" y="333400"/>
                  </a:lnTo>
                  <a:lnTo>
                    <a:pt x="0" y="32627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DDC2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5921374" y="8964612"/>
            <a:ext cx="221615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0" b="1">
                <a:solidFill>
                  <a:srgbClr val="5D2B6F"/>
                </a:solidFill>
                <a:latin typeface="Tahoma"/>
                <a:cs typeface="Tahoma"/>
              </a:rPr>
              <a:t>Tool</a:t>
            </a:r>
            <a:r>
              <a:rPr dirty="0" sz="1350" spc="-2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5D2B6F"/>
                </a:solidFill>
                <a:latin typeface="Tahoma"/>
                <a:cs typeface="Tahoma"/>
              </a:rPr>
              <a:t>use</a:t>
            </a:r>
            <a:r>
              <a:rPr dirty="0" sz="1350" spc="355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baseline="2415" sz="1725" spc="112">
                <a:solidFill>
                  <a:srgbClr val="646B7D"/>
                </a:solidFill>
                <a:latin typeface="Tahoma"/>
                <a:cs typeface="Tahoma"/>
              </a:rPr>
              <a:t>search</a:t>
            </a:r>
            <a:r>
              <a:rPr dirty="0" baseline="2415" sz="1725" spc="-127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-104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baseline="2415" sz="1725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97">
                <a:solidFill>
                  <a:srgbClr val="646B7D"/>
                </a:solidFill>
                <a:latin typeface="Tahoma"/>
                <a:cs typeface="Tahoma"/>
              </a:rPr>
              <a:t>fetch</a:t>
            </a:r>
            <a:r>
              <a:rPr dirty="0" baseline="2415" sz="1725" spc="-127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-104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baseline="2415" sz="1725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112">
                <a:solidFill>
                  <a:srgbClr val="646B7D"/>
                </a:solidFill>
                <a:latin typeface="Tahoma"/>
                <a:cs typeface="Tahoma"/>
              </a:rPr>
              <a:t>calc</a:t>
            </a:r>
            <a:endParaRPr baseline="2415" sz="1725">
              <a:latin typeface="Tahoma"/>
              <a:cs typeface="Tahom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8401048" y="8867774"/>
            <a:ext cx="3133725" cy="438150"/>
            <a:chOff x="8401048" y="8867774"/>
            <a:chExt cx="3133725" cy="438150"/>
          </a:xfrm>
        </p:grpSpPr>
        <p:sp>
          <p:nvSpPr>
            <p:cNvPr id="103" name="object 103"/>
            <p:cNvSpPr/>
            <p:nvPr/>
          </p:nvSpPr>
          <p:spPr>
            <a:xfrm>
              <a:off x="8405810" y="8872536"/>
              <a:ext cx="3124200" cy="428625"/>
            </a:xfrm>
            <a:custGeom>
              <a:avLst/>
              <a:gdLst/>
              <a:ahLst/>
              <a:cxnLst/>
              <a:rect l="l" t="t" r="r" b="b"/>
              <a:pathLst>
                <a:path w="3124200" h="428625">
                  <a:moveTo>
                    <a:pt x="3021854" y="428624"/>
                  </a:moveTo>
                  <a:lnTo>
                    <a:pt x="102344" y="428624"/>
                  </a:lnTo>
                  <a:lnTo>
                    <a:pt x="95221" y="427922"/>
                  </a:lnTo>
                  <a:lnTo>
                    <a:pt x="54661" y="414158"/>
                  </a:lnTo>
                  <a:lnTo>
                    <a:pt x="22455" y="385920"/>
                  </a:lnTo>
                  <a:lnTo>
                    <a:pt x="3507" y="347509"/>
                  </a:lnTo>
                  <a:lnTo>
                    <a:pt x="0" y="326278"/>
                  </a:lnTo>
                  <a:lnTo>
                    <a:pt x="0" y="319087"/>
                  </a:lnTo>
                  <a:lnTo>
                    <a:pt x="0" y="102344"/>
                  </a:lnTo>
                  <a:lnTo>
                    <a:pt x="11090" y="60971"/>
                  </a:lnTo>
                  <a:lnTo>
                    <a:pt x="37168" y="26995"/>
                  </a:lnTo>
                  <a:lnTo>
                    <a:pt x="74264" y="5584"/>
                  </a:lnTo>
                  <a:lnTo>
                    <a:pt x="102344" y="0"/>
                  </a:lnTo>
                  <a:lnTo>
                    <a:pt x="3021854" y="0"/>
                  </a:lnTo>
                  <a:lnTo>
                    <a:pt x="3063224" y="11089"/>
                  </a:lnTo>
                  <a:lnTo>
                    <a:pt x="3097200" y="37167"/>
                  </a:lnTo>
                  <a:lnTo>
                    <a:pt x="3118612" y="74261"/>
                  </a:lnTo>
                  <a:lnTo>
                    <a:pt x="3124199" y="102344"/>
                  </a:lnTo>
                  <a:lnTo>
                    <a:pt x="3124199" y="326278"/>
                  </a:lnTo>
                  <a:lnTo>
                    <a:pt x="3113107" y="367646"/>
                  </a:lnTo>
                  <a:lnTo>
                    <a:pt x="3087029" y="401626"/>
                  </a:lnTo>
                  <a:lnTo>
                    <a:pt x="3049935" y="423034"/>
                  </a:lnTo>
                  <a:lnTo>
                    <a:pt x="3028977" y="427922"/>
                  </a:lnTo>
                  <a:lnTo>
                    <a:pt x="3021854" y="428624"/>
                  </a:lnTo>
                  <a:close/>
                </a:path>
              </a:pathLst>
            </a:custGeom>
            <a:solidFill>
              <a:srgbClr val="FAE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405810" y="8872536"/>
              <a:ext cx="3124200" cy="428625"/>
            </a:xfrm>
            <a:custGeom>
              <a:avLst/>
              <a:gdLst/>
              <a:ahLst/>
              <a:cxnLst/>
              <a:rect l="l" t="t" r="r" b="b"/>
              <a:pathLst>
                <a:path w="3124200" h="428625">
                  <a:moveTo>
                    <a:pt x="0" y="3190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19"/>
                  </a:lnTo>
                  <a:lnTo>
                    <a:pt x="2104" y="88164"/>
                  </a:lnTo>
                  <a:lnTo>
                    <a:pt x="3507" y="81111"/>
                  </a:lnTo>
                  <a:lnTo>
                    <a:pt x="5585" y="74261"/>
                  </a:lnTo>
                  <a:lnTo>
                    <a:pt x="8337" y="67617"/>
                  </a:lnTo>
                  <a:lnTo>
                    <a:pt x="11090" y="60971"/>
                  </a:lnTo>
                  <a:lnTo>
                    <a:pt x="14464" y="54660"/>
                  </a:lnTo>
                  <a:lnTo>
                    <a:pt x="18459" y="48680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2" y="32082"/>
                  </a:lnTo>
                  <a:lnTo>
                    <a:pt x="37168" y="26995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2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3014662" y="0"/>
                  </a:lnTo>
                  <a:lnTo>
                    <a:pt x="3021854" y="0"/>
                  </a:lnTo>
                  <a:lnTo>
                    <a:pt x="3028977" y="701"/>
                  </a:lnTo>
                  <a:lnTo>
                    <a:pt x="3069537" y="14462"/>
                  </a:lnTo>
                  <a:lnTo>
                    <a:pt x="3075517" y="18459"/>
                  </a:lnTo>
                  <a:lnTo>
                    <a:pt x="3081497" y="22455"/>
                  </a:lnTo>
                  <a:lnTo>
                    <a:pt x="3109733" y="54660"/>
                  </a:lnTo>
                  <a:lnTo>
                    <a:pt x="3115860" y="67617"/>
                  </a:lnTo>
                  <a:lnTo>
                    <a:pt x="3118612" y="74261"/>
                  </a:lnTo>
                  <a:lnTo>
                    <a:pt x="3124200" y="109537"/>
                  </a:lnTo>
                  <a:lnTo>
                    <a:pt x="3124200" y="319087"/>
                  </a:lnTo>
                  <a:lnTo>
                    <a:pt x="3115860" y="361003"/>
                  </a:lnTo>
                  <a:lnTo>
                    <a:pt x="3113107" y="367646"/>
                  </a:lnTo>
                  <a:lnTo>
                    <a:pt x="3087029" y="401626"/>
                  </a:lnTo>
                  <a:lnTo>
                    <a:pt x="3075517" y="410160"/>
                  </a:lnTo>
                  <a:lnTo>
                    <a:pt x="3069537" y="414158"/>
                  </a:lnTo>
                  <a:lnTo>
                    <a:pt x="3028977" y="427922"/>
                  </a:lnTo>
                  <a:lnTo>
                    <a:pt x="3021854" y="428624"/>
                  </a:lnTo>
                  <a:lnTo>
                    <a:pt x="3014662" y="428624"/>
                  </a:lnTo>
                  <a:lnTo>
                    <a:pt x="109538" y="428624"/>
                  </a:lnTo>
                  <a:lnTo>
                    <a:pt x="102344" y="428624"/>
                  </a:lnTo>
                  <a:lnTo>
                    <a:pt x="95221" y="427922"/>
                  </a:lnTo>
                  <a:lnTo>
                    <a:pt x="54661" y="414158"/>
                  </a:lnTo>
                  <a:lnTo>
                    <a:pt x="48681" y="410160"/>
                  </a:lnTo>
                  <a:lnTo>
                    <a:pt x="42701" y="406167"/>
                  </a:lnTo>
                  <a:lnTo>
                    <a:pt x="37168" y="401626"/>
                  </a:lnTo>
                  <a:lnTo>
                    <a:pt x="32082" y="396540"/>
                  </a:lnTo>
                  <a:lnTo>
                    <a:pt x="26996" y="391455"/>
                  </a:lnTo>
                  <a:lnTo>
                    <a:pt x="8337" y="361003"/>
                  </a:lnTo>
                  <a:lnTo>
                    <a:pt x="5585" y="354359"/>
                  </a:lnTo>
                  <a:lnTo>
                    <a:pt x="3507" y="347509"/>
                  </a:lnTo>
                  <a:lnTo>
                    <a:pt x="2104" y="340454"/>
                  </a:lnTo>
                  <a:lnTo>
                    <a:pt x="701" y="333400"/>
                  </a:lnTo>
                  <a:lnTo>
                    <a:pt x="0" y="32627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F0D5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8550275" y="8964612"/>
            <a:ext cx="1850389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b="1">
                <a:solidFill>
                  <a:srgbClr val="8A5805"/>
                </a:solidFill>
                <a:latin typeface="Tahoma"/>
                <a:cs typeface="Tahoma"/>
              </a:rPr>
              <a:t>Critic</a:t>
            </a:r>
            <a:r>
              <a:rPr dirty="0" sz="1350" spc="-40" b="1">
                <a:solidFill>
                  <a:srgbClr val="8A5805"/>
                </a:solidFill>
                <a:latin typeface="Tahoma"/>
                <a:cs typeface="Tahoma"/>
              </a:rPr>
              <a:t> </a:t>
            </a:r>
            <a:r>
              <a:rPr dirty="0" sz="1350" spc="-185" b="1">
                <a:solidFill>
                  <a:srgbClr val="8A5805"/>
                </a:solidFill>
                <a:latin typeface="Tahoma"/>
                <a:cs typeface="Tahoma"/>
              </a:rPr>
              <a:t>+</a:t>
            </a:r>
            <a:r>
              <a:rPr dirty="0" sz="1350" spc="-55" b="1">
                <a:solidFill>
                  <a:srgbClr val="8A5805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8A5805"/>
                </a:solidFill>
                <a:latin typeface="Tahoma"/>
                <a:cs typeface="Tahoma"/>
              </a:rPr>
              <a:t>smart</a:t>
            </a:r>
            <a:r>
              <a:rPr dirty="0" sz="1350" spc="-10" b="1">
                <a:solidFill>
                  <a:srgbClr val="8A5805"/>
                </a:solidFill>
                <a:latin typeface="Tahoma"/>
                <a:cs typeface="Tahoma"/>
              </a:rPr>
              <a:t> </a:t>
            </a:r>
            <a:r>
              <a:rPr dirty="0" sz="1350" spc="-15" b="1">
                <a:solidFill>
                  <a:srgbClr val="8A5805"/>
                </a:solidFill>
                <a:latin typeface="Tahoma"/>
                <a:cs typeface="Tahoma"/>
              </a:rPr>
              <a:t>routing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474324" y="8983662"/>
            <a:ext cx="909955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646B7D"/>
                </a:solidFill>
                <a:latin typeface="Microsoft Sans Serif"/>
                <a:cs typeface="Microsoft Sans Serif"/>
              </a:rPr>
              <a:t>≤</a:t>
            </a:r>
            <a:r>
              <a:rPr dirty="0" sz="1150" spc="-30">
                <a:solidFill>
                  <a:srgbClr val="646B7D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5">
                <a:solidFill>
                  <a:srgbClr val="646B7D"/>
                </a:solidFill>
                <a:latin typeface="Tahoma"/>
                <a:cs typeface="Tahoma"/>
              </a:rPr>
              <a:t>2</a:t>
            </a:r>
            <a:r>
              <a:rPr dirty="0" sz="115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150" spc="45">
                <a:solidFill>
                  <a:srgbClr val="646B7D"/>
                </a:solidFill>
                <a:latin typeface="Tahoma"/>
                <a:cs typeface="Tahoma"/>
              </a:rPr>
              <a:t>revisions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1649074" y="8867774"/>
            <a:ext cx="4076700" cy="438150"/>
            <a:chOff x="11649074" y="8867774"/>
            <a:chExt cx="4076700" cy="438150"/>
          </a:xfrm>
        </p:grpSpPr>
        <p:sp>
          <p:nvSpPr>
            <p:cNvPr id="108" name="object 108"/>
            <p:cNvSpPr/>
            <p:nvPr/>
          </p:nvSpPr>
          <p:spPr>
            <a:xfrm>
              <a:off x="11653836" y="8872536"/>
              <a:ext cx="4067175" cy="428625"/>
            </a:xfrm>
            <a:custGeom>
              <a:avLst/>
              <a:gdLst/>
              <a:ahLst/>
              <a:cxnLst/>
              <a:rect l="l" t="t" r="r" b="b"/>
              <a:pathLst>
                <a:path w="4067175" h="428625">
                  <a:moveTo>
                    <a:pt x="3964828" y="428624"/>
                  </a:moveTo>
                  <a:lnTo>
                    <a:pt x="102344" y="428624"/>
                  </a:lnTo>
                  <a:lnTo>
                    <a:pt x="95220" y="427922"/>
                  </a:lnTo>
                  <a:lnTo>
                    <a:pt x="54660" y="414158"/>
                  </a:lnTo>
                  <a:lnTo>
                    <a:pt x="22455" y="385920"/>
                  </a:lnTo>
                  <a:lnTo>
                    <a:pt x="3507" y="347509"/>
                  </a:lnTo>
                  <a:lnTo>
                    <a:pt x="0" y="326278"/>
                  </a:lnTo>
                  <a:lnTo>
                    <a:pt x="0" y="319087"/>
                  </a:lnTo>
                  <a:lnTo>
                    <a:pt x="0" y="102344"/>
                  </a:lnTo>
                  <a:lnTo>
                    <a:pt x="11088" y="60971"/>
                  </a:lnTo>
                  <a:lnTo>
                    <a:pt x="37167" y="26995"/>
                  </a:lnTo>
                  <a:lnTo>
                    <a:pt x="74262" y="5584"/>
                  </a:lnTo>
                  <a:lnTo>
                    <a:pt x="102344" y="0"/>
                  </a:lnTo>
                  <a:lnTo>
                    <a:pt x="3964828" y="0"/>
                  </a:lnTo>
                  <a:lnTo>
                    <a:pt x="4006198" y="11089"/>
                  </a:lnTo>
                  <a:lnTo>
                    <a:pt x="4040175" y="37167"/>
                  </a:lnTo>
                  <a:lnTo>
                    <a:pt x="4061585" y="74261"/>
                  </a:lnTo>
                  <a:lnTo>
                    <a:pt x="4067173" y="102344"/>
                  </a:lnTo>
                  <a:lnTo>
                    <a:pt x="4067173" y="326278"/>
                  </a:lnTo>
                  <a:lnTo>
                    <a:pt x="4056081" y="367646"/>
                  </a:lnTo>
                  <a:lnTo>
                    <a:pt x="4030004" y="401626"/>
                  </a:lnTo>
                  <a:lnTo>
                    <a:pt x="3992908" y="423034"/>
                  </a:lnTo>
                  <a:lnTo>
                    <a:pt x="3971951" y="427922"/>
                  </a:lnTo>
                  <a:lnTo>
                    <a:pt x="3964828" y="428624"/>
                  </a:lnTo>
                  <a:close/>
                </a:path>
              </a:pathLst>
            </a:custGeom>
            <a:solidFill>
              <a:srgbClr val="DDF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653836" y="8872536"/>
              <a:ext cx="4067175" cy="428625"/>
            </a:xfrm>
            <a:custGeom>
              <a:avLst/>
              <a:gdLst/>
              <a:ahLst/>
              <a:cxnLst/>
              <a:rect l="l" t="t" r="r" b="b"/>
              <a:pathLst>
                <a:path w="4067175" h="428625">
                  <a:moveTo>
                    <a:pt x="0" y="3190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19"/>
                  </a:lnTo>
                  <a:lnTo>
                    <a:pt x="2104" y="88164"/>
                  </a:lnTo>
                  <a:lnTo>
                    <a:pt x="3507" y="81111"/>
                  </a:lnTo>
                  <a:lnTo>
                    <a:pt x="5584" y="74261"/>
                  </a:lnTo>
                  <a:lnTo>
                    <a:pt x="8336" y="67617"/>
                  </a:lnTo>
                  <a:lnTo>
                    <a:pt x="11088" y="60971"/>
                  </a:lnTo>
                  <a:lnTo>
                    <a:pt x="14463" y="54660"/>
                  </a:lnTo>
                  <a:lnTo>
                    <a:pt x="18459" y="48680"/>
                  </a:lnTo>
                  <a:lnTo>
                    <a:pt x="22455" y="42700"/>
                  </a:lnTo>
                  <a:lnTo>
                    <a:pt x="26996" y="37167"/>
                  </a:lnTo>
                  <a:lnTo>
                    <a:pt x="32081" y="32082"/>
                  </a:lnTo>
                  <a:lnTo>
                    <a:pt x="37167" y="26995"/>
                  </a:lnTo>
                  <a:lnTo>
                    <a:pt x="42700" y="22455"/>
                  </a:lnTo>
                  <a:lnTo>
                    <a:pt x="48680" y="18459"/>
                  </a:lnTo>
                  <a:lnTo>
                    <a:pt x="54660" y="14462"/>
                  </a:lnTo>
                  <a:lnTo>
                    <a:pt x="95220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3957637" y="0"/>
                  </a:lnTo>
                  <a:lnTo>
                    <a:pt x="3964828" y="0"/>
                  </a:lnTo>
                  <a:lnTo>
                    <a:pt x="3971951" y="701"/>
                  </a:lnTo>
                  <a:lnTo>
                    <a:pt x="4012510" y="14462"/>
                  </a:lnTo>
                  <a:lnTo>
                    <a:pt x="4018491" y="18459"/>
                  </a:lnTo>
                  <a:lnTo>
                    <a:pt x="4024471" y="22455"/>
                  </a:lnTo>
                  <a:lnTo>
                    <a:pt x="4052706" y="54660"/>
                  </a:lnTo>
                  <a:lnTo>
                    <a:pt x="4058833" y="67617"/>
                  </a:lnTo>
                  <a:lnTo>
                    <a:pt x="4061585" y="74261"/>
                  </a:lnTo>
                  <a:lnTo>
                    <a:pt x="4063664" y="81111"/>
                  </a:lnTo>
                  <a:lnTo>
                    <a:pt x="4065067" y="88165"/>
                  </a:lnTo>
                  <a:lnTo>
                    <a:pt x="4066471" y="95219"/>
                  </a:lnTo>
                  <a:lnTo>
                    <a:pt x="4067173" y="102344"/>
                  </a:lnTo>
                  <a:lnTo>
                    <a:pt x="4067174" y="109537"/>
                  </a:lnTo>
                  <a:lnTo>
                    <a:pt x="4067174" y="319087"/>
                  </a:lnTo>
                  <a:lnTo>
                    <a:pt x="4067173" y="326278"/>
                  </a:lnTo>
                  <a:lnTo>
                    <a:pt x="4066471" y="333400"/>
                  </a:lnTo>
                  <a:lnTo>
                    <a:pt x="4065067" y="340454"/>
                  </a:lnTo>
                  <a:lnTo>
                    <a:pt x="4063664" y="347509"/>
                  </a:lnTo>
                  <a:lnTo>
                    <a:pt x="4044715" y="385920"/>
                  </a:lnTo>
                  <a:lnTo>
                    <a:pt x="4018491" y="410160"/>
                  </a:lnTo>
                  <a:lnTo>
                    <a:pt x="4012510" y="414158"/>
                  </a:lnTo>
                  <a:lnTo>
                    <a:pt x="3979004" y="426518"/>
                  </a:lnTo>
                  <a:lnTo>
                    <a:pt x="3971951" y="427922"/>
                  </a:lnTo>
                  <a:lnTo>
                    <a:pt x="3964828" y="428624"/>
                  </a:lnTo>
                  <a:lnTo>
                    <a:pt x="3957637" y="428624"/>
                  </a:lnTo>
                  <a:lnTo>
                    <a:pt x="109537" y="428624"/>
                  </a:lnTo>
                  <a:lnTo>
                    <a:pt x="102344" y="428624"/>
                  </a:lnTo>
                  <a:lnTo>
                    <a:pt x="95220" y="427922"/>
                  </a:lnTo>
                  <a:lnTo>
                    <a:pt x="88166" y="426518"/>
                  </a:lnTo>
                  <a:lnTo>
                    <a:pt x="81112" y="425113"/>
                  </a:lnTo>
                  <a:lnTo>
                    <a:pt x="48680" y="410160"/>
                  </a:lnTo>
                  <a:lnTo>
                    <a:pt x="42700" y="406167"/>
                  </a:lnTo>
                  <a:lnTo>
                    <a:pt x="14463" y="373960"/>
                  </a:lnTo>
                  <a:lnTo>
                    <a:pt x="8336" y="361003"/>
                  </a:lnTo>
                  <a:lnTo>
                    <a:pt x="5584" y="354359"/>
                  </a:lnTo>
                  <a:lnTo>
                    <a:pt x="3507" y="347509"/>
                  </a:lnTo>
                  <a:lnTo>
                    <a:pt x="2104" y="340454"/>
                  </a:lnTo>
                  <a:lnTo>
                    <a:pt x="701" y="333400"/>
                  </a:lnTo>
                  <a:lnTo>
                    <a:pt x="0" y="32627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B8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11793685" y="8964612"/>
            <a:ext cx="377761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0" b="1">
                <a:solidFill>
                  <a:srgbClr val="095C4E"/>
                </a:solidFill>
                <a:latin typeface="Tahoma"/>
                <a:cs typeface="Tahoma"/>
              </a:rPr>
              <a:t>Reflection</a:t>
            </a:r>
            <a:r>
              <a:rPr dirty="0" sz="1350" spc="-85" b="1">
                <a:solidFill>
                  <a:srgbClr val="095C4E"/>
                </a:solidFill>
                <a:latin typeface="Tahoma"/>
                <a:cs typeface="Tahoma"/>
              </a:rPr>
              <a:t> </a:t>
            </a:r>
            <a:r>
              <a:rPr dirty="0" sz="1350" spc="-185" b="1">
                <a:solidFill>
                  <a:srgbClr val="095C4E"/>
                </a:solidFill>
                <a:latin typeface="Tahoma"/>
                <a:cs typeface="Tahoma"/>
              </a:rPr>
              <a:t>+</a:t>
            </a:r>
            <a:r>
              <a:rPr dirty="0" sz="1350" spc="-55" b="1">
                <a:solidFill>
                  <a:srgbClr val="095C4E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095C4E"/>
                </a:solidFill>
                <a:latin typeface="Tahoma"/>
                <a:cs typeface="Tahoma"/>
              </a:rPr>
              <a:t>long-</a:t>
            </a:r>
            <a:r>
              <a:rPr dirty="0" sz="1350" spc="-10" b="1">
                <a:solidFill>
                  <a:srgbClr val="095C4E"/>
                </a:solidFill>
                <a:latin typeface="Tahoma"/>
                <a:cs typeface="Tahoma"/>
              </a:rPr>
              <a:t>term </a:t>
            </a:r>
            <a:r>
              <a:rPr dirty="0" sz="1350" b="1">
                <a:solidFill>
                  <a:srgbClr val="095C4E"/>
                </a:solidFill>
                <a:latin typeface="Tahoma"/>
                <a:cs typeface="Tahoma"/>
              </a:rPr>
              <a:t>memory</a:t>
            </a:r>
            <a:r>
              <a:rPr dirty="0" sz="1350" spc="335" b="1">
                <a:solidFill>
                  <a:srgbClr val="095C4E"/>
                </a:solidFill>
                <a:latin typeface="Tahoma"/>
                <a:cs typeface="Tahoma"/>
              </a:rPr>
              <a:t> </a:t>
            </a:r>
            <a:r>
              <a:rPr dirty="0" baseline="2415" sz="1725" spc="89">
                <a:solidFill>
                  <a:srgbClr val="646B7D"/>
                </a:solidFill>
                <a:latin typeface="Tahoma"/>
                <a:cs typeface="Tahoma"/>
              </a:rPr>
              <a:t>reflect</a:t>
            </a:r>
            <a:r>
              <a:rPr dirty="0" baseline="2415" sz="1725" spc="-1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-104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baseline="2415" sz="1725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baseline="2415" sz="1725" spc="75">
                <a:solidFill>
                  <a:srgbClr val="646B7D"/>
                </a:solidFill>
                <a:latin typeface="Tahoma"/>
                <a:cs typeface="Tahoma"/>
              </a:rPr>
              <a:t>recall</a:t>
            </a:r>
            <a:endParaRPr baseline="2415" sz="1725">
              <a:latin typeface="Tahoma"/>
              <a:cs typeface="Tahoma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066799" y="9553574"/>
            <a:ext cx="16154400" cy="9525"/>
          </a:xfrm>
          <a:custGeom>
            <a:avLst/>
            <a:gdLst/>
            <a:ahLst/>
            <a:cxnLst/>
            <a:rect l="l" t="t" r="r" b="b"/>
            <a:pathLst>
              <a:path w="16154400" h="9525">
                <a:moveTo>
                  <a:pt x="16154398" y="9524"/>
                </a:moveTo>
                <a:lnTo>
                  <a:pt x="0" y="9524"/>
                </a:lnTo>
                <a:lnTo>
                  <a:pt x="0" y="0"/>
                </a:lnTo>
                <a:lnTo>
                  <a:pt x="16154398" y="0"/>
                </a:lnTo>
                <a:lnTo>
                  <a:pt x="16154398" y="9524"/>
                </a:lnTo>
                <a:close/>
              </a:path>
            </a:pathLst>
          </a:custGeom>
          <a:solidFill>
            <a:srgbClr val="E3D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1054100" y="9693275"/>
            <a:ext cx="356806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Self-</a:t>
            </a:r>
            <a:r>
              <a:rPr dirty="0" sz="1250" spc="-50" b="1">
                <a:solidFill>
                  <a:srgbClr val="2A3653"/>
                </a:solidFill>
                <a:latin typeface="Tahoma"/>
                <a:cs typeface="Tahoma"/>
              </a:rPr>
              <a:t>Improving</a:t>
            </a:r>
            <a:r>
              <a:rPr dirty="0" sz="1250" spc="-3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250" spc="-9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Agent</a:t>
            </a:r>
            <a:r>
              <a:rPr dirty="0" sz="1250" spc="1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·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Architecture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5760700" y="9693275"/>
            <a:ext cx="147764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Shaik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05">
                <a:solidFill>
                  <a:srgbClr val="646B7D"/>
                </a:solidFill>
                <a:latin typeface="Tahoma"/>
                <a:cs typeface="Tahoma"/>
              </a:rPr>
              <a:t>Asad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Ahmed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857249"/>
            <a:ext cx="133349" cy="1333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0799" y="787400"/>
            <a:ext cx="6408420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SE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F</a:t>
            </a:r>
            <a:r>
              <a:rPr dirty="0" sz="1400" spc="-21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-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-1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5" b="1">
                <a:solidFill>
                  <a:srgbClr val="646B7D"/>
                </a:solidFill>
                <a:latin typeface="Tahoma"/>
                <a:cs typeface="Tahoma"/>
              </a:rPr>
              <a:t>ROV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20" b="1">
                <a:solidFill>
                  <a:srgbClr val="646B7D"/>
                </a:solidFill>
                <a:latin typeface="Tahoma"/>
                <a:cs typeface="Tahoma"/>
              </a:rPr>
              <a:t>NT</a:t>
            </a:r>
            <a:r>
              <a:rPr dirty="0" sz="1400" spc="42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RO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O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F</a:t>
            </a:r>
            <a:r>
              <a:rPr dirty="0" sz="1400" spc="3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400" spc="3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04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O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20" b="1">
                <a:solidFill>
                  <a:srgbClr val="646B7D"/>
                </a:solidFill>
                <a:latin typeface="Tahoma"/>
                <a:cs typeface="Tahoma"/>
              </a:rPr>
              <a:t>NT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RO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D</a:t>
            </a:r>
            <a:r>
              <a:rPr dirty="0" sz="1400" spc="40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O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PA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10" b="1">
                <a:solidFill>
                  <a:srgbClr val="646B7D"/>
                </a:solidFill>
                <a:latin typeface="Tahoma"/>
                <a:cs typeface="Tahoma"/>
              </a:rPr>
              <a:t>RI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5" b="1">
                <a:solidFill>
                  <a:srgbClr val="646B7D"/>
                </a:solidFill>
                <a:latin typeface="Tahoma"/>
                <a:cs typeface="Tahoma"/>
              </a:rPr>
              <a:t>SO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75075" y="787400"/>
            <a:ext cx="7626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03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/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1282700"/>
            <a:ext cx="10866755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100" b="1">
                <a:solidFill>
                  <a:srgbClr val="15203A"/>
                </a:solidFill>
                <a:latin typeface="Cambria"/>
                <a:cs typeface="Cambria"/>
              </a:rPr>
              <a:t>The</a:t>
            </a:r>
            <a:r>
              <a:rPr dirty="0" sz="4650" spc="-18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90" b="1">
                <a:solidFill>
                  <a:srgbClr val="15203A"/>
                </a:solidFill>
                <a:latin typeface="Cambria"/>
                <a:cs typeface="Cambria"/>
              </a:rPr>
              <a:t>fourth</a:t>
            </a:r>
            <a:r>
              <a:rPr dirty="0" sz="4650" spc="-15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85" b="1">
                <a:solidFill>
                  <a:srgbClr val="15203A"/>
                </a:solidFill>
                <a:latin typeface="Cambria"/>
                <a:cs typeface="Cambria"/>
              </a:rPr>
              <a:t>run</a:t>
            </a:r>
            <a:r>
              <a:rPr dirty="0" sz="4650" spc="-15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114" b="1">
                <a:solidFill>
                  <a:srgbClr val="15203A"/>
                </a:solidFill>
                <a:latin typeface="Cambria"/>
                <a:cs typeface="Cambria"/>
              </a:rPr>
              <a:t>got</a:t>
            </a:r>
            <a:r>
              <a:rPr dirty="0" sz="4650" spc="-18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b="1">
                <a:solidFill>
                  <a:srgbClr val="15203A"/>
                </a:solidFill>
                <a:latin typeface="Cambria"/>
                <a:cs typeface="Cambria"/>
              </a:rPr>
              <a:t>it</a:t>
            </a:r>
            <a:r>
              <a:rPr dirty="0" sz="4650" spc="-18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80" b="1">
                <a:solidFill>
                  <a:srgbClr val="15203A"/>
                </a:solidFill>
                <a:latin typeface="Cambria"/>
                <a:cs typeface="Cambria"/>
              </a:rPr>
              <a:t>right</a:t>
            </a:r>
            <a:r>
              <a:rPr dirty="0" sz="4650" spc="-18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-195" b="1" i="1">
                <a:solidFill>
                  <a:srgbClr val="0C7967"/>
                </a:solidFill>
                <a:latin typeface="Cambria"/>
                <a:cs typeface="Cambria"/>
              </a:rPr>
              <a:t>F2c</a:t>
            </a:r>
            <a:r>
              <a:rPr dirty="0" sz="4650" spc="-215" b="1" i="1">
                <a:solidFill>
                  <a:srgbClr val="0C7967"/>
                </a:solidFill>
                <a:latin typeface="Cambria"/>
                <a:cs typeface="Cambria"/>
              </a:rPr>
              <a:t> </a:t>
            </a:r>
            <a:r>
              <a:rPr dirty="0" sz="4650" spc="-355" b="1" i="1">
                <a:solidFill>
                  <a:srgbClr val="0C7967"/>
                </a:solidFill>
                <a:latin typeface="Cambria"/>
                <a:cs typeface="Cambria"/>
              </a:rPr>
              <a:t>fiivsF</a:t>
            </a:r>
            <a:r>
              <a:rPr dirty="0" sz="4650" spc="-275" b="1" i="1">
                <a:solidFill>
                  <a:srgbClr val="0C7967"/>
                </a:solidFill>
                <a:latin typeface="Cambria"/>
                <a:cs typeface="Cambria"/>
              </a:rPr>
              <a:t> </a:t>
            </a:r>
            <a:r>
              <a:rPr dirty="0" sz="4650" spc="300" b="1" i="1">
                <a:solidFill>
                  <a:srgbClr val="0C7967"/>
                </a:solidFill>
                <a:latin typeface="Cambria"/>
                <a:cs typeface="Cambria"/>
              </a:rPr>
              <a:t>Fiэc.</a:t>
            </a:r>
            <a:endParaRPr sz="4650">
              <a:latin typeface="Cambria"/>
              <a:cs typeface="Cambri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66799" y="2362200"/>
            <a:ext cx="5229225" cy="1762125"/>
          </a:xfrm>
          <a:custGeom>
            <a:avLst/>
            <a:gdLst/>
            <a:ahLst/>
            <a:cxnLst/>
            <a:rect l="l" t="t" r="r" b="b"/>
            <a:pathLst>
              <a:path w="5229225" h="1762125">
                <a:moveTo>
                  <a:pt x="5026537" y="1762122"/>
                </a:moveTo>
                <a:lnTo>
                  <a:pt x="202686" y="1762122"/>
                </a:lnTo>
                <a:lnTo>
                  <a:pt x="195840" y="1761785"/>
                </a:lnTo>
                <a:lnTo>
                  <a:pt x="155288" y="1755090"/>
                </a:lnTo>
                <a:lnTo>
                  <a:pt x="116821" y="1740610"/>
                </a:lnTo>
                <a:lnTo>
                  <a:pt x="81918" y="1718911"/>
                </a:lnTo>
                <a:lnTo>
                  <a:pt x="51919" y="1690815"/>
                </a:lnTo>
                <a:lnTo>
                  <a:pt x="27978" y="1657406"/>
                </a:lnTo>
                <a:lnTo>
                  <a:pt x="11015" y="1619969"/>
                </a:lnTo>
                <a:lnTo>
                  <a:pt x="1681" y="1579941"/>
                </a:lnTo>
                <a:lnTo>
                  <a:pt x="0" y="1559435"/>
                </a:lnTo>
                <a:lnTo>
                  <a:pt x="0" y="1552572"/>
                </a:lnTo>
                <a:lnTo>
                  <a:pt x="0" y="202685"/>
                </a:lnTo>
                <a:lnTo>
                  <a:pt x="5365" y="161934"/>
                </a:lnTo>
                <a:lnTo>
                  <a:pt x="18577" y="123013"/>
                </a:lnTo>
                <a:lnTo>
                  <a:pt x="39128" y="87420"/>
                </a:lnTo>
                <a:lnTo>
                  <a:pt x="66228" y="56517"/>
                </a:lnTo>
                <a:lnTo>
                  <a:pt x="98836" y="31501"/>
                </a:lnTo>
                <a:lnTo>
                  <a:pt x="135699" y="13322"/>
                </a:lnTo>
                <a:lnTo>
                  <a:pt x="175399" y="2686"/>
                </a:lnTo>
                <a:lnTo>
                  <a:pt x="202686" y="0"/>
                </a:lnTo>
                <a:lnTo>
                  <a:pt x="5026537" y="0"/>
                </a:lnTo>
                <a:lnTo>
                  <a:pt x="5067286" y="5362"/>
                </a:lnTo>
                <a:lnTo>
                  <a:pt x="5106206" y="18575"/>
                </a:lnTo>
                <a:lnTo>
                  <a:pt x="5141801" y="39125"/>
                </a:lnTo>
                <a:lnTo>
                  <a:pt x="5172701" y="66224"/>
                </a:lnTo>
                <a:lnTo>
                  <a:pt x="5197721" y="98834"/>
                </a:lnTo>
                <a:lnTo>
                  <a:pt x="5215899" y="135694"/>
                </a:lnTo>
                <a:lnTo>
                  <a:pt x="5226536" y="175397"/>
                </a:lnTo>
                <a:lnTo>
                  <a:pt x="5229225" y="202685"/>
                </a:lnTo>
                <a:lnTo>
                  <a:pt x="5229225" y="1559435"/>
                </a:lnTo>
                <a:lnTo>
                  <a:pt x="5223858" y="1600183"/>
                </a:lnTo>
                <a:lnTo>
                  <a:pt x="5210646" y="1639102"/>
                </a:lnTo>
                <a:lnTo>
                  <a:pt x="5190096" y="1674697"/>
                </a:lnTo>
                <a:lnTo>
                  <a:pt x="5162996" y="1705598"/>
                </a:lnTo>
                <a:lnTo>
                  <a:pt x="5130388" y="1730615"/>
                </a:lnTo>
                <a:lnTo>
                  <a:pt x="5093525" y="1748795"/>
                </a:lnTo>
                <a:lnTo>
                  <a:pt x="5053824" y="1759435"/>
                </a:lnTo>
                <a:lnTo>
                  <a:pt x="5033384" y="1761785"/>
                </a:lnTo>
                <a:lnTo>
                  <a:pt x="5026537" y="1762122"/>
                </a:lnTo>
                <a:close/>
              </a:path>
            </a:pathLst>
          </a:custGeom>
          <a:solidFill>
            <a:srgbClr val="0C79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377949" y="2348980"/>
            <a:ext cx="2777490" cy="150622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6900" spc="-210" b="1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dirty="0" sz="6900" spc="-2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69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6900" spc="-5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900" spc="1689" b="1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650">
                <a:solidFill>
                  <a:srgbClr val="FEFEFE"/>
                </a:solidFill>
                <a:latin typeface="Tahoma"/>
                <a:cs typeface="Tahoma"/>
              </a:rPr>
              <a:t>first</a:t>
            </a:r>
            <a:r>
              <a:rPr dirty="0" sz="1650" spc="4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FEFEFE"/>
                </a:solidFill>
                <a:latin typeface="Tahoma"/>
                <a:cs typeface="Tahoma"/>
              </a:rPr>
              <a:t>critique</a:t>
            </a:r>
            <a:r>
              <a:rPr dirty="0" sz="1650" spc="9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FEFEFE"/>
                </a:solidFill>
                <a:latin typeface="Tahoma"/>
                <a:cs typeface="Tahoma"/>
              </a:rPr>
              <a:t>score,</a:t>
            </a:r>
            <a:r>
              <a:rPr dirty="0" sz="165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FEFEFE"/>
                </a:solidFill>
                <a:latin typeface="Tahoma"/>
                <a:cs typeface="Tahoma"/>
              </a:rPr>
              <a:t>out</a:t>
            </a:r>
            <a:r>
              <a:rPr dirty="0" sz="1650" spc="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FEFEFE"/>
                </a:solidFill>
                <a:latin typeface="Tahoma"/>
                <a:cs typeface="Tahoma"/>
              </a:rPr>
              <a:t>of</a:t>
            </a:r>
            <a:r>
              <a:rPr dirty="0" sz="1650" spc="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EFEFE"/>
                </a:solidFill>
                <a:latin typeface="Tahoma"/>
                <a:cs typeface="Tahoma"/>
              </a:rPr>
              <a:t>10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524624" y="2362200"/>
            <a:ext cx="5238750" cy="1762125"/>
          </a:xfrm>
          <a:custGeom>
            <a:avLst/>
            <a:gdLst/>
            <a:ahLst/>
            <a:cxnLst/>
            <a:rect l="l" t="t" r="r" b="b"/>
            <a:pathLst>
              <a:path w="5238750" h="1762125">
                <a:moveTo>
                  <a:pt x="5036063" y="1762122"/>
                </a:moveTo>
                <a:lnTo>
                  <a:pt x="202687" y="1762122"/>
                </a:lnTo>
                <a:lnTo>
                  <a:pt x="195840" y="1761785"/>
                </a:lnTo>
                <a:lnTo>
                  <a:pt x="155288" y="1755090"/>
                </a:lnTo>
                <a:lnTo>
                  <a:pt x="116820" y="1740610"/>
                </a:lnTo>
                <a:lnTo>
                  <a:pt x="81917" y="1718911"/>
                </a:lnTo>
                <a:lnTo>
                  <a:pt x="51919" y="1690815"/>
                </a:lnTo>
                <a:lnTo>
                  <a:pt x="27977" y="1657406"/>
                </a:lnTo>
                <a:lnTo>
                  <a:pt x="11014" y="1619969"/>
                </a:lnTo>
                <a:lnTo>
                  <a:pt x="1681" y="1579941"/>
                </a:lnTo>
                <a:lnTo>
                  <a:pt x="0" y="1552572"/>
                </a:lnTo>
                <a:lnTo>
                  <a:pt x="0" y="202685"/>
                </a:lnTo>
                <a:lnTo>
                  <a:pt x="5365" y="161934"/>
                </a:lnTo>
                <a:lnTo>
                  <a:pt x="18577" y="123013"/>
                </a:lnTo>
                <a:lnTo>
                  <a:pt x="39127" y="87420"/>
                </a:lnTo>
                <a:lnTo>
                  <a:pt x="66228" y="56517"/>
                </a:lnTo>
                <a:lnTo>
                  <a:pt x="98835" y="31501"/>
                </a:lnTo>
                <a:lnTo>
                  <a:pt x="135698" y="13322"/>
                </a:lnTo>
                <a:lnTo>
                  <a:pt x="175399" y="2686"/>
                </a:lnTo>
                <a:lnTo>
                  <a:pt x="202687" y="0"/>
                </a:lnTo>
                <a:lnTo>
                  <a:pt x="5036063" y="0"/>
                </a:lnTo>
                <a:lnTo>
                  <a:pt x="5076810" y="5362"/>
                </a:lnTo>
                <a:lnTo>
                  <a:pt x="5115731" y="18575"/>
                </a:lnTo>
                <a:lnTo>
                  <a:pt x="5151324" y="39125"/>
                </a:lnTo>
                <a:lnTo>
                  <a:pt x="5182226" y="66224"/>
                </a:lnTo>
                <a:lnTo>
                  <a:pt x="5207246" y="98834"/>
                </a:lnTo>
                <a:lnTo>
                  <a:pt x="5225423" y="135694"/>
                </a:lnTo>
                <a:lnTo>
                  <a:pt x="5236062" y="175397"/>
                </a:lnTo>
                <a:lnTo>
                  <a:pt x="5238750" y="202685"/>
                </a:lnTo>
                <a:lnTo>
                  <a:pt x="5238750" y="1559435"/>
                </a:lnTo>
                <a:lnTo>
                  <a:pt x="5233383" y="1600183"/>
                </a:lnTo>
                <a:lnTo>
                  <a:pt x="5220171" y="1639102"/>
                </a:lnTo>
                <a:lnTo>
                  <a:pt x="5199620" y="1674697"/>
                </a:lnTo>
                <a:lnTo>
                  <a:pt x="5172521" y="1705598"/>
                </a:lnTo>
                <a:lnTo>
                  <a:pt x="5139911" y="1730615"/>
                </a:lnTo>
                <a:lnTo>
                  <a:pt x="5103049" y="1748795"/>
                </a:lnTo>
                <a:lnTo>
                  <a:pt x="5063349" y="1759435"/>
                </a:lnTo>
                <a:lnTo>
                  <a:pt x="5036063" y="1762122"/>
                </a:lnTo>
                <a:close/>
              </a:path>
            </a:pathLst>
          </a:custGeom>
          <a:solidFill>
            <a:srgbClr val="3345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838900" y="2348980"/>
            <a:ext cx="2214245" cy="150622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6900" spc="-86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6900" spc="-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6900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6900" spc="-5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900" spc="48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6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650" spc="60">
                <a:solidFill>
                  <a:srgbClr val="FEFEFE"/>
                </a:solidFill>
                <a:latin typeface="Tahoma"/>
                <a:cs typeface="Tahoma"/>
              </a:rPr>
              <a:t>revisions</a:t>
            </a:r>
            <a:r>
              <a:rPr dirty="0" sz="1650" spc="-2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FEFEFE"/>
                </a:solidFill>
                <a:latin typeface="Tahoma"/>
                <a:cs typeface="Tahoma"/>
              </a:rPr>
              <a:t>needed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991974" y="2362200"/>
            <a:ext cx="5229225" cy="1762125"/>
          </a:xfrm>
          <a:custGeom>
            <a:avLst/>
            <a:gdLst/>
            <a:ahLst/>
            <a:cxnLst/>
            <a:rect l="l" t="t" r="r" b="b"/>
            <a:pathLst>
              <a:path w="5229225" h="1762125">
                <a:moveTo>
                  <a:pt x="5026538" y="1762122"/>
                </a:moveTo>
                <a:lnTo>
                  <a:pt x="202687" y="1762122"/>
                </a:lnTo>
                <a:lnTo>
                  <a:pt x="195841" y="1761785"/>
                </a:lnTo>
                <a:lnTo>
                  <a:pt x="155289" y="1755090"/>
                </a:lnTo>
                <a:lnTo>
                  <a:pt x="116820" y="1740610"/>
                </a:lnTo>
                <a:lnTo>
                  <a:pt x="81918" y="1718911"/>
                </a:lnTo>
                <a:lnTo>
                  <a:pt x="51920" y="1690815"/>
                </a:lnTo>
                <a:lnTo>
                  <a:pt x="27978" y="1657406"/>
                </a:lnTo>
                <a:lnTo>
                  <a:pt x="11015" y="1619969"/>
                </a:lnTo>
                <a:lnTo>
                  <a:pt x="1682" y="1579941"/>
                </a:lnTo>
                <a:lnTo>
                  <a:pt x="0" y="1559435"/>
                </a:lnTo>
                <a:lnTo>
                  <a:pt x="0" y="1552572"/>
                </a:lnTo>
                <a:lnTo>
                  <a:pt x="0" y="202685"/>
                </a:lnTo>
                <a:lnTo>
                  <a:pt x="5365" y="161934"/>
                </a:lnTo>
                <a:lnTo>
                  <a:pt x="18577" y="123013"/>
                </a:lnTo>
                <a:lnTo>
                  <a:pt x="39126" y="87420"/>
                </a:lnTo>
                <a:lnTo>
                  <a:pt x="66228" y="56517"/>
                </a:lnTo>
                <a:lnTo>
                  <a:pt x="98837" y="31501"/>
                </a:lnTo>
                <a:lnTo>
                  <a:pt x="135698" y="13322"/>
                </a:lnTo>
                <a:lnTo>
                  <a:pt x="175399" y="2686"/>
                </a:lnTo>
                <a:lnTo>
                  <a:pt x="202687" y="0"/>
                </a:lnTo>
                <a:lnTo>
                  <a:pt x="5026538" y="0"/>
                </a:lnTo>
                <a:lnTo>
                  <a:pt x="5067285" y="5362"/>
                </a:lnTo>
                <a:lnTo>
                  <a:pt x="5106205" y="18575"/>
                </a:lnTo>
                <a:lnTo>
                  <a:pt x="5141799" y="39125"/>
                </a:lnTo>
                <a:lnTo>
                  <a:pt x="5172702" y="66224"/>
                </a:lnTo>
                <a:lnTo>
                  <a:pt x="5197720" y="98834"/>
                </a:lnTo>
                <a:lnTo>
                  <a:pt x="5215900" y="135694"/>
                </a:lnTo>
                <a:lnTo>
                  <a:pt x="5226537" y="175397"/>
                </a:lnTo>
                <a:lnTo>
                  <a:pt x="5229225" y="202685"/>
                </a:lnTo>
                <a:lnTo>
                  <a:pt x="5229225" y="1559435"/>
                </a:lnTo>
                <a:lnTo>
                  <a:pt x="5223858" y="1600183"/>
                </a:lnTo>
                <a:lnTo>
                  <a:pt x="5210647" y="1639102"/>
                </a:lnTo>
                <a:lnTo>
                  <a:pt x="5190095" y="1674697"/>
                </a:lnTo>
                <a:lnTo>
                  <a:pt x="5162996" y="1705598"/>
                </a:lnTo>
                <a:lnTo>
                  <a:pt x="5130386" y="1730615"/>
                </a:lnTo>
                <a:lnTo>
                  <a:pt x="5093524" y="1748795"/>
                </a:lnTo>
                <a:lnTo>
                  <a:pt x="5053824" y="1759435"/>
                </a:lnTo>
                <a:lnTo>
                  <a:pt x="5033383" y="1761785"/>
                </a:lnTo>
                <a:lnTo>
                  <a:pt x="5026538" y="1762122"/>
                </a:lnTo>
                <a:close/>
              </a:path>
            </a:pathLst>
          </a:custGeom>
          <a:solidFill>
            <a:srgbClr val="1520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2299850" y="2348980"/>
            <a:ext cx="3018790" cy="150622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6900" spc="-315" b="1">
                <a:solidFill>
                  <a:srgbClr val="FFFFFF"/>
                </a:solidFill>
                <a:latin typeface="Cambria"/>
                <a:cs typeface="Cambria"/>
              </a:rPr>
              <a:t>−52</a:t>
            </a:r>
            <a:r>
              <a:rPr dirty="0" sz="3450" spc="-315" b="1">
                <a:solidFill>
                  <a:srgbClr val="FEFEFE"/>
                </a:solidFill>
                <a:latin typeface="Cambria"/>
                <a:cs typeface="Cambria"/>
              </a:rPr>
              <a:t>%</a:t>
            </a:r>
            <a:endParaRPr sz="3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650" spc="60">
                <a:solidFill>
                  <a:srgbClr val="FEFEFE"/>
                </a:solidFill>
                <a:latin typeface="Tahoma"/>
                <a:cs typeface="Tahoma"/>
              </a:rPr>
              <a:t>tokens</a:t>
            </a:r>
            <a:r>
              <a:rPr dirty="0" sz="1650" spc="-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95">
                <a:solidFill>
                  <a:srgbClr val="FEFEFE"/>
                </a:solidFill>
                <a:latin typeface="Tahoma"/>
                <a:cs typeface="Tahoma"/>
              </a:rPr>
              <a:t>used</a:t>
            </a:r>
            <a:r>
              <a:rPr dirty="0" sz="16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-125">
                <a:solidFill>
                  <a:srgbClr val="FEFEFE"/>
                </a:solidFill>
                <a:latin typeface="Tahoma"/>
                <a:cs typeface="Tahoma"/>
              </a:rPr>
              <a:t>·</a:t>
            </a:r>
            <a:r>
              <a:rPr dirty="0" sz="1650" spc="-9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FEFEFE"/>
                </a:solidFill>
                <a:latin typeface="Tahoma"/>
                <a:cs typeface="Tahoma"/>
              </a:rPr>
              <a:t>28,411</a:t>
            </a:r>
            <a:r>
              <a:rPr dirty="0" sz="1650" spc="-6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FEFEFE"/>
                </a:solidFill>
                <a:latin typeface="Microsoft Sans Serif"/>
                <a:cs typeface="Microsoft Sans Serif"/>
              </a:rPr>
              <a:t>→</a:t>
            </a:r>
            <a:r>
              <a:rPr dirty="0" sz="1650" spc="1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FEFEFE"/>
                </a:solidFill>
                <a:latin typeface="Tahoma"/>
                <a:cs typeface="Tahoma"/>
              </a:rPr>
              <a:t>13,604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2062" y="6000749"/>
            <a:ext cx="8543925" cy="9525"/>
          </a:xfrm>
          <a:custGeom>
            <a:avLst/>
            <a:gdLst/>
            <a:ahLst/>
            <a:cxnLst/>
            <a:rect l="l" t="t" r="r" b="b"/>
            <a:pathLst>
              <a:path w="8543925" h="9525">
                <a:moveTo>
                  <a:pt x="8543925" y="0"/>
                </a:moveTo>
                <a:lnTo>
                  <a:pt x="5162550" y="0"/>
                </a:lnTo>
                <a:lnTo>
                  <a:pt x="2390775" y="0"/>
                </a:lnTo>
                <a:lnTo>
                  <a:pt x="0" y="0"/>
                </a:lnTo>
                <a:lnTo>
                  <a:pt x="0" y="9525"/>
                </a:lnTo>
                <a:lnTo>
                  <a:pt x="2390775" y="9525"/>
                </a:lnTo>
                <a:lnTo>
                  <a:pt x="5162550" y="9525"/>
                </a:lnTo>
                <a:lnTo>
                  <a:pt x="8543925" y="9525"/>
                </a:lnTo>
                <a:lnTo>
                  <a:pt x="8543925" y="0"/>
                </a:lnTo>
                <a:close/>
              </a:path>
            </a:pathLst>
          </a:custGeom>
          <a:solidFill>
            <a:srgbClr val="E3DB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066799" y="4371973"/>
            <a:ext cx="9134475" cy="5000625"/>
            <a:chOff x="1066799" y="4371973"/>
            <a:chExt cx="9134475" cy="5000625"/>
          </a:xfrm>
        </p:grpSpPr>
        <p:sp>
          <p:nvSpPr>
            <p:cNvPr id="8" name="object 8"/>
            <p:cNvSpPr/>
            <p:nvPr/>
          </p:nvSpPr>
          <p:spPr>
            <a:xfrm>
              <a:off x="1071562" y="4376738"/>
              <a:ext cx="9124950" cy="4991100"/>
            </a:xfrm>
            <a:custGeom>
              <a:avLst/>
              <a:gdLst/>
              <a:ahLst/>
              <a:cxnLst/>
              <a:rect l="l" t="t" r="r" b="b"/>
              <a:pathLst>
                <a:path w="9124950" h="4991100">
                  <a:moveTo>
                    <a:pt x="8926869" y="4991097"/>
                  </a:moveTo>
                  <a:lnTo>
                    <a:pt x="198080" y="4991097"/>
                  </a:lnTo>
                  <a:lnTo>
                    <a:pt x="191389" y="4990770"/>
                  </a:lnTo>
                  <a:lnTo>
                    <a:pt x="151759" y="4984223"/>
                  </a:lnTo>
                  <a:lnTo>
                    <a:pt x="114166" y="4970077"/>
                  </a:lnTo>
                  <a:lnTo>
                    <a:pt x="80056" y="4948867"/>
                  </a:lnTo>
                  <a:lnTo>
                    <a:pt x="50739" y="4921410"/>
                  </a:lnTo>
                  <a:lnTo>
                    <a:pt x="27342" y="4888760"/>
                  </a:lnTo>
                  <a:lnTo>
                    <a:pt x="10764" y="4852173"/>
                  </a:lnTo>
                  <a:lnTo>
                    <a:pt x="1643" y="4813057"/>
                  </a:lnTo>
                  <a:lnTo>
                    <a:pt x="0" y="4786310"/>
                  </a:lnTo>
                  <a:lnTo>
                    <a:pt x="0" y="198079"/>
                  </a:lnTo>
                  <a:lnTo>
                    <a:pt x="5243" y="158253"/>
                  </a:lnTo>
                  <a:lnTo>
                    <a:pt x="18155" y="120218"/>
                  </a:lnTo>
                  <a:lnTo>
                    <a:pt x="38239" y="85432"/>
                  </a:lnTo>
                  <a:lnTo>
                    <a:pt x="64723" y="55234"/>
                  </a:lnTo>
                  <a:lnTo>
                    <a:pt x="96590" y="30781"/>
                  </a:lnTo>
                  <a:lnTo>
                    <a:pt x="132615" y="13017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8926869" y="0"/>
                  </a:lnTo>
                  <a:lnTo>
                    <a:pt x="8966691" y="5241"/>
                  </a:lnTo>
                  <a:lnTo>
                    <a:pt x="9004726" y="18150"/>
                  </a:lnTo>
                  <a:lnTo>
                    <a:pt x="9039511" y="38235"/>
                  </a:lnTo>
                  <a:lnTo>
                    <a:pt x="9069710" y="64717"/>
                  </a:lnTo>
                  <a:lnTo>
                    <a:pt x="9094161" y="96585"/>
                  </a:lnTo>
                  <a:lnTo>
                    <a:pt x="9111926" y="132610"/>
                  </a:lnTo>
                  <a:lnTo>
                    <a:pt x="9122322" y="171410"/>
                  </a:lnTo>
                  <a:lnTo>
                    <a:pt x="9124949" y="198079"/>
                  </a:lnTo>
                  <a:lnTo>
                    <a:pt x="9124949" y="4793018"/>
                  </a:lnTo>
                  <a:lnTo>
                    <a:pt x="9119705" y="4832839"/>
                  </a:lnTo>
                  <a:lnTo>
                    <a:pt x="9106793" y="4870875"/>
                  </a:lnTo>
                  <a:lnTo>
                    <a:pt x="9086708" y="4905658"/>
                  </a:lnTo>
                  <a:lnTo>
                    <a:pt x="9060225" y="4935859"/>
                  </a:lnTo>
                  <a:lnTo>
                    <a:pt x="9028358" y="4960309"/>
                  </a:lnTo>
                  <a:lnTo>
                    <a:pt x="8992332" y="4978073"/>
                  </a:lnTo>
                  <a:lnTo>
                    <a:pt x="8953535" y="4988469"/>
                  </a:lnTo>
                  <a:lnTo>
                    <a:pt x="8926869" y="49910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1562" y="4376736"/>
              <a:ext cx="9124950" cy="4991100"/>
            </a:xfrm>
            <a:custGeom>
              <a:avLst/>
              <a:gdLst/>
              <a:ahLst/>
              <a:cxnLst/>
              <a:rect l="l" t="t" r="r" b="b"/>
              <a:pathLst>
                <a:path w="9124950" h="4991100">
                  <a:moveTo>
                    <a:pt x="0" y="478631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90"/>
                  </a:lnTo>
                  <a:lnTo>
                    <a:pt x="986" y="184716"/>
                  </a:lnTo>
                  <a:lnTo>
                    <a:pt x="1643" y="178040"/>
                  </a:lnTo>
                  <a:lnTo>
                    <a:pt x="10764" y="138922"/>
                  </a:lnTo>
                  <a:lnTo>
                    <a:pt x="27342" y="102333"/>
                  </a:lnTo>
                  <a:lnTo>
                    <a:pt x="46484" y="74870"/>
                  </a:lnTo>
                  <a:lnTo>
                    <a:pt x="50739" y="69683"/>
                  </a:lnTo>
                  <a:lnTo>
                    <a:pt x="80056" y="42230"/>
                  </a:lnTo>
                  <a:lnTo>
                    <a:pt x="108251" y="24180"/>
                  </a:lnTo>
                  <a:lnTo>
                    <a:pt x="114166" y="21016"/>
                  </a:lnTo>
                  <a:lnTo>
                    <a:pt x="145340" y="8818"/>
                  </a:lnTo>
                  <a:lnTo>
                    <a:pt x="151759" y="6871"/>
                  </a:lnTo>
                  <a:lnTo>
                    <a:pt x="191389" y="330"/>
                  </a:lnTo>
                  <a:lnTo>
                    <a:pt x="204787" y="0"/>
                  </a:lnTo>
                  <a:lnTo>
                    <a:pt x="8920161" y="0"/>
                  </a:lnTo>
                  <a:lnTo>
                    <a:pt x="8960112" y="3934"/>
                  </a:lnTo>
                  <a:lnTo>
                    <a:pt x="8979607" y="8818"/>
                  </a:lnTo>
                  <a:lnTo>
                    <a:pt x="8986025" y="10764"/>
                  </a:lnTo>
                  <a:lnTo>
                    <a:pt x="9016697" y="24180"/>
                  </a:lnTo>
                  <a:lnTo>
                    <a:pt x="9022612" y="27340"/>
                  </a:lnTo>
                  <a:lnTo>
                    <a:pt x="9055261" y="50738"/>
                  </a:lnTo>
                  <a:lnTo>
                    <a:pt x="9078463" y="74870"/>
                  </a:lnTo>
                  <a:lnTo>
                    <a:pt x="9082718" y="80052"/>
                  </a:lnTo>
                  <a:lnTo>
                    <a:pt x="9103928" y="114164"/>
                  </a:lnTo>
                  <a:lnTo>
                    <a:pt x="9109359" y="126415"/>
                  </a:lnTo>
                  <a:lnTo>
                    <a:pt x="9111926" y="132612"/>
                  </a:lnTo>
                  <a:lnTo>
                    <a:pt x="9114183" y="138922"/>
                  </a:lnTo>
                  <a:lnTo>
                    <a:pt x="9116131" y="145340"/>
                  </a:lnTo>
                  <a:lnTo>
                    <a:pt x="9118078" y="151758"/>
                  </a:lnTo>
                  <a:lnTo>
                    <a:pt x="9119705" y="158255"/>
                  </a:lnTo>
                  <a:lnTo>
                    <a:pt x="9121013" y="164833"/>
                  </a:lnTo>
                  <a:lnTo>
                    <a:pt x="9122322" y="171412"/>
                  </a:lnTo>
                  <a:lnTo>
                    <a:pt x="9123306" y="178040"/>
                  </a:lnTo>
                  <a:lnTo>
                    <a:pt x="9123963" y="184716"/>
                  </a:lnTo>
                  <a:lnTo>
                    <a:pt x="9124620" y="191390"/>
                  </a:lnTo>
                  <a:lnTo>
                    <a:pt x="9124949" y="198080"/>
                  </a:lnTo>
                  <a:lnTo>
                    <a:pt x="9124949" y="204787"/>
                  </a:lnTo>
                  <a:lnTo>
                    <a:pt x="9124949" y="4786312"/>
                  </a:lnTo>
                  <a:lnTo>
                    <a:pt x="9124949" y="4793020"/>
                  </a:lnTo>
                  <a:lnTo>
                    <a:pt x="9124620" y="4799710"/>
                  </a:lnTo>
                  <a:lnTo>
                    <a:pt x="9123963" y="4806387"/>
                  </a:lnTo>
                  <a:lnTo>
                    <a:pt x="9123306" y="4813061"/>
                  </a:lnTo>
                  <a:lnTo>
                    <a:pt x="9122322" y="4819686"/>
                  </a:lnTo>
                  <a:lnTo>
                    <a:pt x="9121013" y="4826262"/>
                  </a:lnTo>
                  <a:lnTo>
                    <a:pt x="9119705" y="4832841"/>
                  </a:lnTo>
                  <a:lnTo>
                    <a:pt x="9109359" y="4864677"/>
                  </a:lnTo>
                  <a:lnTo>
                    <a:pt x="9106793" y="4870876"/>
                  </a:lnTo>
                  <a:lnTo>
                    <a:pt x="9103928" y="4876934"/>
                  </a:lnTo>
                  <a:lnTo>
                    <a:pt x="9100767" y="4882847"/>
                  </a:lnTo>
                  <a:lnTo>
                    <a:pt x="9097605" y="4888762"/>
                  </a:lnTo>
                  <a:lnTo>
                    <a:pt x="9094161" y="4894507"/>
                  </a:lnTo>
                  <a:lnTo>
                    <a:pt x="9090435" y="4900081"/>
                  </a:lnTo>
                  <a:lnTo>
                    <a:pt x="9086708" y="4905660"/>
                  </a:lnTo>
                  <a:lnTo>
                    <a:pt x="9064968" y="4931116"/>
                  </a:lnTo>
                  <a:lnTo>
                    <a:pt x="9060225" y="4935861"/>
                  </a:lnTo>
                  <a:lnTo>
                    <a:pt x="9055261" y="4940360"/>
                  </a:lnTo>
                  <a:lnTo>
                    <a:pt x="9050077" y="4944613"/>
                  </a:lnTo>
                  <a:lnTo>
                    <a:pt x="9044892" y="4948867"/>
                  </a:lnTo>
                  <a:lnTo>
                    <a:pt x="9039511" y="4952857"/>
                  </a:lnTo>
                  <a:lnTo>
                    <a:pt x="9033935" y="4956582"/>
                  </a:lnTo>
                  <a:lnTo>
                    <a:pt x="9028358" y="4960310"/>
                  </a:lnTo>
                  <a:lnTo>
                    <a:pt x="9022612" y="4963755"/>
                  </a:lnTo>
                  <a:lnTo>
                    <a:pt x="9016697" y="4966917"/>
                  </a:lnTo>
                  <a:lnTo>
                    <a:pt x="9010783" y="4970079"/>
                  </a:lnTo>
                  <a:lnTo>
                    <a:pt x="9004726" y="4972943"/>
                  </a:lnTo>
                  <a:lnTo>
                    <a:pt x="8998529" y="4975507"/>
                  </a:lnTo>
                  <a:lnTo>
                    <a:pt x="8992332" y="4978075"/>
                  </a:lnTo>
                  <a:lnTo>
                    <a:pt x="8953535" y="4988471"/>
                  </a:lnTo>
                  <a:lnTo>
                    <a:pt x="8940234" y="4990113"/>
                  </a:lnTo>
                  <a:lnTo>
                    <a:pt x="8933559" y="4990771"/>
                  </a:lnTo>
                  <a:lnTo>
                    <a:pt x="8926869" y="4991099"/>
                  </a:lnTo>
                  <a:lnTo>
                    <a:pt x="8920161" y="4991099"/>
                  </a:lnTo>
                  <a:lnTo>
                    <a:pt x="204787" y="4991099"/>
                  </a:lnTo>
                  <a:lnTo>
                    <a:pt x="198080" y="4991099"/>
                  </a:lnTo>
                  <a:lnTo>
                    <a:pt x="191389" y="4990771"/>
                  </a:lnTo>
                  <a:lnTo>
                    <a:pt x="151759" y="4984225"/>
                  </a:lnTo>
                  <a:lnTo>
                    <a:pt x="126418" y="4975507"/>
                  </a:lnTo>
                  <a:lnTo>
                    <a:pt x="120222" y="4972943"/>
                  </a:lnTo>
                  <a:lnTo>
                    <a:pt x="114166" y="4970079"/>
                  </a:lnTo>
                  <a:lnTo>
                    <a:pt x="108251" y="4966917"/>
                  </a:lnTo>
                  <a:lnTo>
                    <a:pt x="102336" y="4963755"/>
                  </a:lnTo>
                  <a:lnTo>
                    <a:pt x="96590" y="4960310"/>
                  </a:lnTo>
                  <a:lnTo>
                    <a:pt x="91013" y="4956582"/>
                  </a:lnTo>
                  <a:lnTo>
                    <a:pt x="85436" y="4952857"/>
                  </a:lnTo>
                  <a:lnTo>
                    <a:pt x="59980" y="4931116"/>
                  </a:lnTo>
                  <a:lnTo>
                    <a:pt x="55238" y="4926375"/>
                  </a:lnTo>
                  <a:lnTo>
                    <a:pt x="50739" y="4921412"/>
                  </a:lnTo>
                  <a:lnTo>
                    <a:pt x="46484" y="4916225"/>
                  </a:lnTo>
                  <a:lnTo>
                    <a:pt x="42229" y="4911041"/>
                  </a:lnTo>
                  <a:lnTo>
                    <a:pt x="38239" y="4905663"/>
                  </a:lnTo>
                  <a:lnTo>
                    <a:pt x="34512" y="4900084"/>
                  </a:lnTo>
                  <a:lnTo>
                    <a:pt x="30786" y="4894507"/>
                  </a:lnTo>
                  <a:lnTo>
                    <a:pt x="27342" y="4888762"/>
                  </a:lnTo>
                  <a:lnTo>
                    <a:pt x="24180" y="4882847"/>
                  </a:lnTo>
                  <a:lnTo>
                    <a:pt x="21019" y="4876934"/>
                  </a:lnTo>
                  <a:lnTo>
                    <a:pt x="18155" y="4870876"/>
                  </a:lnTo>
                  <a:lnTo>
                    <a:pt x="15588" y="4864677"/>
                  </a:lnTo>
                  <a:lnTo>
                    <a:pt x="13021" y="4858480"/>
                  </a:lnTo>
                  <a:lnTo>
                    <a:pt x="3934" y="4826260"/>
                  </a:lnTo>
                  <a:lnTo>
                    <a:pt x="2626" y="4819684"/>
                  </a:lnTo>
                  <a:lnTo>
                    <a:pt x="1643" y="4813059"/>
                  </a:lnTo>
                  <a:lnTo>
                    <a:pt x="986" y="4806385"/>
                  </a:lnTo>
                  <a:lnTo>
                    <a:pt x="328" y="4799710"/>
                  </a:lnTo>
                  <a:lnTo>
                    <a:pt x="0" y="4793020"/>
                  </a:lnTo>
                  <a:lnTo>
                    <a:pt x="0" y="47863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62062" y="4952999"/>
              <a:ext cx="8543925" cy="9525"/>
            </a:xfrm>
            <a:custGeom>
              <a:avLst/>
              <a:gdLst/>
              <a:ahLst/>
              <a:cxnLst/>
              <a:rect l="l" t="t" r="r" b="b"/>
              <a:pathLst>
                <a:path w="8543925" h="9525">
                  <a:moveTo>
                    <a:pt x="8543925" y="0"/>
                  </a:moveTo>
                  <a:lnTo>
                    <a:pt x="5162550" y="0"/>
                  </a:lnTo>
                  <a:lnTo>
                    <a:pt x="23907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390775" y="9525"/>
                  </a:lnTo>
                  <a:lnTo>
                    <a:pt x="5162550" y="9525"/>
                  </a:lnTo>
                  <a:lnTo>
                    <a:pt x="8543925" y="9525"/>
                  </a:lnTo>
                  <a:lnTo>
                    <a:pt x="8543925" y="0"/>
                  </a:lnTo>
                  <a:close/>
                </a:path>
              </a:pathLst>
            </a:custGeom>
            <a:solidFill>
              <a:srgbClr val="E3DB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9113" y="4670424"/>
              <a:ext cx="98425" cy="11112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741787" y="4616449"/>
            <a:ext cx="2350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sz="1200" spc="-95" b="1">
                <a:solidFill>
                  <a:srgbClr val="646B7D"/>
                </a:solidFill>
                <a:latin typeface="Tahoma"/>
                <a:cs typeface="Tahoma"/>
              </a:rPr>
              <a:t>R</a:t>
            </a:r>
            <a:r>
              <a:rPr dirty="0" sz="12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646B7D"/>
                </a:solidFill>
                <a:latin typeface="Tahoma"/>
                <a:cs typeface="Tahoma"/>
              </a:rPr>
              <a:t>U</a:t>
            </a:r>
            <a:r>
              <a:rPr dirty="0" sz="1200" spc="-1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646B7D"/>
                </a:solidFill>
                <a:latin typeface="Tahoma"/>
                <a:cs typeface="Tahoma"/>
              </a:rPr>
              <a:t>N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	</a:t>
            </a:r>
            <a:r>
              <a:rPr dirty="0" sz="1200" spc="-254" b="1">
                <a:solidFill>
                  <a:srgbClr val="646B7D"/>
                </a:solidFill>
                <a:latin typeface="Tahoma"/>
                <a:cs typeface="Tahoma"/>
              </a:rPr>
              <a:t>1</a:t>
            </a:r>
            <a:r>
              <a:rPr dirty="0" sz="1200" spc="23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200" spc="204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110" b="1">
                <a:solidFill>
                  <a:srgbClr val="646B7D"/>
                </a:solidFill>
                <a:latin typeface="Tahoma"/>
                <a:cs typeface="Tahoma"/>
              </a:rPr>
              <a:t>MPT</a:t>
            </a:r>
            <a:r>
              <a:rPr dirty="0" sz="1200" spc="-1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70" b="1">
                <a:solidFill>
                  <a:srgbClr val="646B7D"/>
                </a:solidFill>
                <a:latin typeface="Tahoma"/>
                <a:cs typeface="Tahoma"/>
              </a:rPr>
              <a:t>Y</a:t>
            </a:r>
            <a:r>
              <a:rPr dirty="0" sz="1200" spc="25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80" b="1">
                <a:solidFill>
                  <a:srgbClr val="646B7D"/>
                </a:solidFill>
                <a:latin typeface="Tahoma"/>
                <a:cs typeface="Tahoma"/>
              </a:rPr>
              <a:t>ME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65" b="1">
                <a:solidFill>
                  <a:srgbClr val="646B7D"/>
                </a:solidFill>
                <a:latin typeface="Tahoma"/>
                <a:cs typeface="Tahoma"/>
              </a:rPr>
              <a:t>MOR</a:t>
            </a:r>
            <a:r>
              <a:rPr dirty="0" sz="12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20" b="1">
                <a:solidFill>
                  <a:srgbClr val="646B7D"/>
                </a:solidFill>
                <a:latin typeface="Tahoma"/>
                <a:cs typeface="Tahoma"/>
              </a:rPr>
              <a:t>Y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7911" y="4670424"/>
            <a:ext cx="98425" cy="1111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10585" y="4616449"/>
            <a:ext cx="2246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sz="1200" spc="-95" b="1">
                <a:solidFill>
                  <a:srgbClr val="646B7D"/>
                </a:solidFill>
                <a:latin typeface="Tahoma"/>
                <a:cs typeface="Tahoma"/>
              </a:rPr>
              <a:t>R</a:t>
            </a:r>
            <a:r>
              <a:rPr dirty="0" sz="12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646B7D"/>
                </a:solidFill>
                <a:latin typeface="Tahoma"/>
                <a:cs typeface="Tahoma"/>
              </a:rPr>
              <a:t>U</a:t>
            </a:r>
            <a:r>
              <a:rPr dirty="0" sz="1200" spc="-1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50" b="1">
                <a:solidFill>
                  <a:srgbClr val="646B7D"/>
                </a:solidFill>
                <a:latin typeface="Tahoma"/>
                <a:cs typeface="Tahoma"/>
              </a:rPr>
              <a:t>N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	4</a:t>
            </a:r>
            <a:r>
              <a:rPr dirty="0" sz="1200" spc="24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200" spc="21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W</a:t>
            </a:r>
            <a:r>
              <a:rPr dirty="0" sz="12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50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2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5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200" spc="-1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200" spc="24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80" b="1">
                <a:solidFill>
                  <a:srgbClr val="646B7D"/>
                </a:solidFill>
                <a:latin typeface="Tahoma"/>
                <a:cs typeface="Tahoma"/>
              </a:rPr>
              <a:t>ME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65" b="1">
                <a:solidFill>
                  <a:srgbClr val="646B7D"/>
                </a:solidFill>
                <a:latin typeface="Tahoma"/>
                <a:cs typeface="Tahoma"/>
              </a:rPr>
              <a:t>MOR</a:t>
            </a:r>
            <a:r>
              <a:rPr dirty="0" sz="12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20" b="1">
                <a:solidFill>
                  <a:srgbClr val="646B7D"/>
                </a:solidFill>
                <a:latin typeface="Tahoma"/>
                <a:cs typeface="Tahoma"/>
              </a:rPr>
              <a:t>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38624" y="5105398"/>
            <a:ext cx="1485900" cy="247650"/>
          </a:xfrm>
          <a:custGeom>
            <a:avLst/>
            <a:gdLst/>
            <a:ahLst/>
            <a:cxnLst/>
            <a:rect l="l" t="t" r="r" b="b"/>
            <a:pathLst>
              <a:path w="1485900" h="247650">
                <a:moveTo>
                  <a:pt x="1414703" y="247648"/>
                </a:moveTo>
                <a:lnTo>
                  <a:pt x="71196" y="247648"/>
                </a:lnTo>
                <a:lnTo>
                  <a:pt x="66241" y="247159"/>
                </a:lnTo>
                <a:lnTo>
                  <a:pt x="29705" y="232025"/>
                </a:lnTo>
                <a:lnTo>
                  <a:pt x="3885" y="195985"/>
                </a:lnTo>
                <a:lnTo>
                  <a:pt x="0" y="176451"/>
                </a:lnTo>
                <a:lnTo>
                  <a:pt x="0" y="171449"/>
                </a:lnTo>
                <a:lnTo>
                  <a:pt x="0" y="71195"/>
                </a:lnTo>
                <a:lnTo>
                  <a:pt x="15621" y="29702"/>
                </a:lnTo>
                <a:lnTo>
                  <a:pt x="51661" y="3883"/>
                </a:lnTo>
                <a:lnTo>
                  <a:pt x="71196" y="0"/>
                </a:lnTo>
                <a:lnTo>
                  <a:pt x="1414703" y="0"/>
                </a:lnTo>
                <a:lnTo>
                  <a:pt x="1456194" y="15617"/>
                </a:lnTo>
                <a:lnTo>
                  <a:pt x="1482014" y="51656"/>
                </a:lnTo>
                <a:lnTo>
                  <a:pt x="1485899" y="71195"/>
                </a:lnTo>
                <a:lnTo>
                  <a:pt x="1485899" y="176451"/>
                </a:lnTo>
                <a:lnTo>
                  <a:pt x="1470278" y="217940"/>
                </a:lnTo>
                <a:lnTo>
                  <a:pt x="1434237" y="243761"/>
                </a:lnTo>
                <a:lnTo>
                  <a:pt x="1419658" y="247159"/>
                </a:lnTo>
                <a:lnTo>
                  <a:pt x="1414703" y="247648"/>
                </a:lnTo>
                <a:close/>
              </a:path>
            </a:pathLst>
          </a:custGeom>
          <a:solidFill>
            <a:srgbClr val="FAE3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10399" y="5105398"/>
            <a:ext cx="733425" cy="247650"/>
          </a:xfrm>
          <a:custGeom>
            <a:avLst/>
            <a:gdLst/>
            <a:ahLst/>
            <a:cxnLst/>
            <a:rect l="l" t="t" r="r" b="b"/>
            <a:pathLst>
              <a:path w="733425" h="247650">
                <a:moveTo>
                  <a:pt x="662228" y="247648"/>
                </a:moveTo>
                <a:lnTo>
                  <a:pt x="71197" y="247648"/>
                </a:lnTo>
                <a:lnTo>
                  <a:pt x="66241" y="247159"/>
                </a:lnTo>
                <a:lnTo>
                  <a:pt x="29705" y="232025"/>
                </a:lnTo>
                <a:lnTo>
                  <a:pt x="3885" y="195985"/>
                </a:lnTo>
                <a:lnTo>
                  <a:pt x="0" y="176451"/>
                </a:lnTo>
                <a:lnTo>
                  <a:pt x="0" y="171449"/>
                </a:lnTo>
                <a:lnTo>
                  <a:pt x="0" y="71195"/>
                </a:lnTo>
                <a:lnTo>
                  <a:pt x="15621" y="29702"/>
                </a:lnTo>
                <a:lnTo>
                  <a:pt x="51662" y="3883"/>
                </a:lnTo>
                <a:lnTo>
                  <a:pt x="71197" y="0"/>
                </a:lnTo>
                <a:lnTo>
                  <a:pt x="662228" y="0"/>
                </a:lnTo>
                <a:lnTo>
                  <a:pt x="703719" y="15617"/>
                </a:lnTo>
                <a:lnTo>
                  <a:pt x="729538" y="51656"/>
                </a:lnTo>
                <a:lnTo>
                  <a:pt x="733425" y="71195"/>
                </a:lnTo>
                <a:lnTo>
                  <a:pt x="733425" y="176451"/>
                </a:lnTo>
                <a:lnTo>
                  <a:pt x="717802" y="217940"/>
                </a:lnTo>
                <a:lnTo>
                  <a:pt x="681762" y="243761"/>
                </a:lnTo>
                <a:lnTo>
                  <a:pt x="667183" y="247159"/>
                </a:lnTo>
                <a:lnTo>
                  <a:pt x="662228" y="247648"/>
                </a:lnTo>
                <a:close/>
              </a:path>
            </a:pathLst>
          </a:custGeom>
          <a:solidFill>
            <a:srgbClr val="DDF1E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362074" y="5092600"/>
          <a:ext cx="8620125" cy="233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6439"/>
                <a:gridCol w="892810"/>
                <a:gridCol w="1824354"/>
                <a:gridCol w="944879"/>
                <a:gridCol w="2886709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550" spc="5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First</a:t>
                      </a:r>
                      <a:r>
                        <a:rPr dirty="0" sz="1550" spc="-3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60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critique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6350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1835"/>
                        </a:lnSpc>
                      </a:pPr>
                      <a:r>
                        <a:rPr dirty="0" sz="1550" spc="-2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3/10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50" spc="-10" b="1">
                          <a:solidFill>
                            <a:srgbClr val="D1451D"/>
                          </a:solidFill>
                          <a:latin typeface="Tahoma"/>
                          <a:cs typeface="Tahoma"/>
                        </a:rPr>
                        <a:t>needs_research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835"/>
                        </a:lnSpc>
                      </a:pPr>
                      <a:r>
                        <a:rPr dirty="0" sz="1550" spc="-2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9/10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50" spc="-10" b="1">
                          <a:solidFill>
                            <a:srgbClr val="0C7967"/>
                          </a:solidFill>
                          <a:latin typeface="Tahoma"/>
                          <a:cs typeface="Tahoma"/>
                        </a:rPr>
                        <a:t>accept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</a:tr>
              <a:tr h="376555">
                <a:tc>
                  <a:txBody>
                    <a:bodyPr/>
                    <a:lstStyle/>
                    <a:p>
                      <a:pPr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spc="80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Revisions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spc="-5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spc="15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1550" spc="8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Tokens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95605">
                        <a:lnSpc>
                          <a:spcPct val="100000"/>
                        </a:lnSpc>
                      </a:pPr>
                      <a:r>
                        <a:rPr dirty="0" sz="1550" spc="-10">
                          <a:solidFill>
                            <a:srgbClr val="15203A"/>
                          </a:solidFill>
                          <a:latin typeface="Courier New"/>
                          <a:cs typeface="Courier New"/>
                        </a:rPr>
                        <a:t>28,411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52069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47675">
                        <a:lnSpc>
                          <a:spcPct val="100000"/>
                        </a:lnSpc>
                      </a:pPr>
                      <a:r>
                        <a:rPr dirty="0" sz="1700" spc="-165">
                          <a:solidFill>
                            <a:srgbClr val="15203A"/>
                          </a:solidFill>
                          <a:latin typeface="Lucida Console"/>
                          <a:cs typeface="Lucida Console"/>
                        </a:rPr>
                        <a:t>13,</a:t>
                      </a:r>
                      <a:r>
                        <a:rPr dirty="0" sz="1700" spc="-710">
                          <a:solidFill>
                            <a:srgbClr val="15203A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700" spc="-25">
                          <a:solidFill>
                            <a:srgbClr val="15203A"/>
                          </a:solidFill>
                          <a:latin typeface="Lucida Console"/>
                          <a:cs typeface="Lucida Console"/>
                        </a:rPr>
                        <a:t>604</a:t>
                      </a:r>
                      <a:endParaRPr sz="1700">
                        <a:latin typeface="Lucida Console"/>
                        <a:cs typeface="Lucida Console"/>
                      </a:endParaRPr>
                    </a:p>
                  </a:txBody>
                  <a:tcPr marL="0" marR="0" marB="0" marT="33020"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13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114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Memory</a:t>
                      </a:r>
                      <a:r>
                        <a:rPr dirty="0" sz="1550" spc="-4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60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recalled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35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nothing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16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550" spc="-2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9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lessons</a:t>
                      </a:r>
                      <a:r>
                        <a:rPr dirty="0" sz="1550" spc="-5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550" spc="-4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22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55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trusted</a:t>
                      </a:r>
                      <a:r>
                        <a:rPr dirty="0" sz="1550" spc="-3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95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URL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  <a:lnB w="9525">
                      <a:solidFill>
                        <a:srgbClr val="E3DB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6555">
                <a:tc>
                  <a:txBody>
                    <a:bodyPr/>
                    <a:lstStyle/>
                    <a:p>
                      <a:pPr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spc="70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Plan</a:t>
                      </a:r>
                      <a:r>
                        <a:rPr dirty="0" sz="1550" spc="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7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step</a:t>
                      </a:r>
                      <a:r>
                        <a:rPr dirty="0" sz="1550" spc="-15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50">
                          <a:solidFill>
                            <a:srgbClr val="646B7D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95605"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spc="100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dirty="0" sz="1550" spc="-25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85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search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64135">
                        <a:lnSpc>
                          <a:spcPts val="1830"/>
                        </a:lnSpc>
                        <a:spcBef>
                          <a:spcPts val="1035"/>
                        </a:spcBef>
                      </a:pPr>
                      <a:r>
                        <a:rPr dirty="0" sz="155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fetch</a:t>
                      </a:r>
                      <a:r>
                        <a:rPr dirty="0" sz="1550" spc="-7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550" spc="-3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official</a:t>
                      </a:r>
                      <a:r>
                        <a:rPr dirty="0" sz="1550" spc="-45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pricing</a:t>
                      </a:r>
                      <a:r>
                        <a:rPr dirty="0" sz="1550" spc="-85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20" b="1">
                          <a:solidFill>
                            <a:srgbClr val="15203A"/>
                          </a:solidFill>
                          <a:latin typeface="Tahoma"/>
                          <a:cs typeface="Tahoma"/>
                        </a:rPr>
                        <a:t>page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3DBC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1362074" y="7705723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642552" y="266698"/>
                </a:moveTo>
                <a:lnTo>
                  <a:pt x="62296" y="266698"/>
                </a:lnTo>
                <a:lnTo>
                  <a:pt x="57960" y="266269"/>
                </a:lnTo>
                <a:lnTo>
                  <a:pt x="22624" y="250263"/>
                </a:lnTo>
                <a:lnTo>
                  <a:pt x="2135" y="217324"/>
                </a:lnTo>
                <a:lnTo>
                  <a:pt x="0" y="204401"/>
                </a:lnTo>
                <a:lnTo>
                  <a:pt x="0" y="200024"/>
                </a:lnTo>
                <a:lnTo>
                  <a:pt x="0" y="62296"/>
                </a:lnTo>
                <a:lnTo>
                  <a:pt x="13668" y="25987"/>
                </a:lnTo>
                <a:lnTo>
                  <a:pt x="45204" y="3399"/>
                </a:lnTo>
                <a:lnTo>
                  <a:pt x="62296" y="0"/>
                </a:lnTo>
                <a:lnTo>
                  <a:pt x="642552" y="0"/>
                </a:lnTo>
                <a:lnTo>
                  <a:pt x="678857" y="13669"/>
                </a:lnTo>
                <a:lnTo>
                  <a:pt x="701449" y="45199"/>
                </a:lnTo>
                <a:lnTo>
                  <a:pt x="704849" y="62296"/>
                </a:lnTo>
                <a:lnTo>
                  <a:pt x="704849" y="204401"/>
                </a:lnTo>
                <a:lnTo>
                  <a:pt x="691180" y="240706"/>
                </a:lnTo>
                <a:lnTo>
                  <a:pt x="659645" y="263295"/>
                </a:lnTo>
                <a:lnTo>
                  <a:pt x="646888" y="266269"/>
                </a:lnTo>
                <a:lnTo>
                  <a:pt x="642552" y="266698"/>
                </a:lnTo>
                <a:close/>
              </a:path>
            </a:pathLst>
          </a:custGeom>
          <a:solidFill>
            <a:srgbClr val="E7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44624" y="7652067"/>
            <a:ext cx="8263890" cy="539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59460" marR="5080" indent="-747395">
              <a:lnSpc>
                <a:spcPct val="125000"/>
              </a:lnSpc>
              <a:spcBef>
                <a:spcPts val="90"/>
              </a:spcBef>
              <a:tabLst>
                <a:tab pos="759460" algn="l"/>
              </a:tabLst>
            </a:pPr>
            <a:r>
              <a:rPr dirty="0" sz="1050" spc="55" b="1">
                <a:solidFill>
                  <a:srgbClr val="3345C3"/>
                </a:solidFill>
                <a:latin typeface="Tahoma"/>
                <a:cs typeface="Tahoma"/>
              </a:rPr>
              <a:t>SE</a:t>
            </a:r>
            <a:r>
              <a:rPr dirty="0" sz="1050" spc="-140" b="1">
                <a:solidFill>
                  <a:srgbClr val="3345C3"/>
                </a:solidFill>
                <a:latin typeface="Tahoma"/>
                <a:cs typeface="Tahoma"/>
              </a:rPr>
              <a:t> </a:t>
            </a:r>
            <a:r>
              <a:rPr dirty="0" sz="1050" spc="55" b="1">
                <a:solidFill>
                  <a:srgbClr val="3345C3"/>
                </a:solidFill>
                <a:latin typeface="Tahoma"/>
                <a:cs typeface="Tahoma"/>
              </a:rPr>
              <a:t>TUP</a:t>
            </a:r>
            <a:r>
              <a:rPr dirty="0" sz="1050" b="1">
                <a:solidFill>
                  <a:srgbClr val="3345C3"/>
                </a:solidFill>
                <a:latin typeface="Tahoma"/>
                <a:cs typeface="Tahoma"/>
              </a:rPr>
              <a:t>	</a:t>
            </a:r>
            <a:r>
              <a:rPr dirty="0" sz="1350" spc="55">
                <a:solidFill>
                  <a:srgbClr val="2A3653"/>
                </a:solidFill>
                <a:latin typeface="Tahoma"/>
                <a:cs typeface="Tahoma"/>
              </a:rPr>
              <a:t>Both</a:t>
            </a:r>
            <a:r>
              <a:rPr dirty="0" sz="135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runs:</a:t>
            </a:r>
            <a:r>
              <a:rPr dirty="0" sz="135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A3653"/>
                </a:solidFill>
                <a:latin typeface="Tahoma"/>
                <a:cs typeface="Tahoma"/>
              </a:rPr>
              <a:t>qwen3.8-</a:t>
            </a:r>
            <a:r>
              <a:rPr dirty="0" sz="1350" spc="60">
                <a:solidFill>
                  <a:srgbClr val="2A3653"/>
                </a:solidFill>
                <a:latin typeface="Tahoma"/>
                <a:cs typeface="Tahoma"/>
              </a:rPr>
              <a:t>27b</a:t>
            </a:r>
            <a:r>
              <a:rPr dirty="0" sz="135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for</a:t>
            </a:r>
            <a:r>
              <a:rPr dirty="0" sz="1350" spc="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A3653"/>
                </a:solidFill>
                <a:latin typeface="Tahoma"/>
                <a:cs typeface="Tahoma"/>
              </a:rPr>
              <a:t>every</a:t>
            </a:r>
            <a:r>
              <a:rPr dirty="0" sz="135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role,</a:t>
            </a:r>
            <a:r>
              <a:rPr dirty="0" sz="135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A3653"/>
                </a:solidFill>
                <a:latin typeface="Tahoma"/>
                <a:cs typeface="Tahoma"/>
              </a:rPr>
              <a:t>critic</a:t>
            </a:r>
            <a:r>
              <a:rPr dirty="0" sz="1350" spc="75">
                <a:solidFill>
                  <a:srgbClr val="2A3653"/>
                </a:solidFill>
                <a:latin typeface="Tahoma"/>
                <a:cs typeface="Tahoma"/>
              </a:rPr>
              <a:t> gpt-</a:t>
            </a:r>
            <a:r>
              <a:rPr dirty="0" sz="1350" spc="135">
                <a:solidFill>
                  <a:srgbClr val="2A3653"/>
                </a:solidFill>
                <a:latin typeface="Tahoma"/>
                <a:cs typeface="Tahoma"/>
              </a:rPr>
              <a:t>oss-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120b,</a:t>
            </a:r>
            <a:r>
              <a:rPr dirty="0" sz="135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A3653"/>
                </a:solidFill>
                <a:latin typeface="Tahoma"/>
                <a:cs typeface="Tahoma"/>
              </a:rPr>
              <a:t>fresh</a:t>
            </a:r>
            <a:r>
              <a:rPr dirty="0" sz="1350" spc="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A3653"/>
                </a:solidFill>
                <a:latin typeface="Tahoma"/>
                <a:cs typeface="Tahoma"/>
              </a:rPr>
              <a:t>memory</a:t>
            </a:r>
            <a:r>
              <a:rPr dirty="0" sz="135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A3653"/>
                </a:solidFill>
                <a:latin typeface="Tahoma"/>
                <a:cs typeface="Tahoma"/>
              </a:rPr>
              <a:t>database,</a:t>
            </a:r>
            <a:r>
              <a:rPr dirty="0" sz="135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A3653"/>
                </a:solidFill>
                <a:latin typeface="Tahoma"/>
                <a:cs typeface="Tahoma"/>
              </a:rPr>
              <a:t>model </a:t>
            </a:r>
            <a:r>
              <a:rPr dirty="0" sz="1350" spc="65">
                <a:solidFill>
                  <a:srgbClr val="2A3653"/>
                </a:solidFill>
                <a:latin typeface="Tahoma"/>
                <a:cs typeface="Tahoma"/>
              </a:rPr>
              <a:t>fallbacks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 off.</a:t>
            </a:r>
            <a:r>
              <a:rPr dirty="0" sz="1350" spc="-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A3653"/>
                </a:solidFill>
                <a:latin typeface="Tahoma"/>
                <a:cs typeface="Tahoma"/>
              </a:rPr>
              <a:t>Only</a:t>
            </a:r>
            <a:r>
              <a:rPr dirty="0" sz="1350" spc="-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A3653"/>
                </a:solidFill>
                <a:latin typeface="Tahoma"/>
                <a:cs typeface="Tahoma"/>
              </a:rPr>
              <a:t>the</a:t>
            </a:r>
            <a:r>
              <a:rPr dirty="0" sz="135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A3653"/>
                </a:solidFill>
                <a:latin typeface="Tahoma"/>
                <a:cs typeface="Tahoma"/>
              </a:rPr>
              <a:t>memory</a:t>
            </a:r>
            <a:r>
              <a:rPr dirty="0" sz="1350" spc="-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A3653"/>
                </a:solidFill>
                <a:latin typeface="Tahoma"/>
                <a:cs typeface="Tahoma"/>
              </a:rPr>
              <a:t>changed.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467974" y="4371973"/>
            <a:ext cx="6753225" cy="5000625"/>
            <a:chOff x="10467974" y="4371973"/>
            <a:chExt cx="6753225" cy="5000625"/>
          </a:xfrm>
        </p:grpSpPr>
        <p:sp>
          <p:nvSpPr>
            <p:cNvPr id="21" name="object 21"/>
            <p:cNvSpPr/>
            <p:nvPr/>
          </p:nvSpPr>
          <p:spPr>
            <a:xfrm>
              <a:off x="10472736" y="4376738"/>
              <a:ext cx="6743700" cy="4991100"/>
            </a:xfrm>
            <a:custGeom>
              <a:avLst/>
              <a:gdLst/>
              <a:ahLst/>
              <a:cxnLst/>
              <a:rect l="l" t="t" r="r" b="b"/>
              <a:pathLst>
                <a:path w="6743700" h="4991100">
                  <a:moveTo>
                    <a:pt x="6545619" y="4991097"/>
                  </a:moveTo>
                  <a:lnTo>
                    <a:pt x="198080" y="4991097"/>
                  </a:lnTo>
                  <a:lnTo>
                    <a:pt x="191390" y="4990770"/>
                  </a:lnTo>
                  <a:lnTo>
                    <a:pt x="151759" y="4984223"/>
                  </a:lnTo>
                  <a:lnTo>
                    <a:pt x="114166" y="4970077"/>
                  </a:lnTo>
                  <a:lnTo>
                    <a:pt x="80055" y="4948867"/>
                  </a:lnTo>
                  <a:lnTo>
                    <a:pt x="50738" y="4921410"/>
                  </a:lnTo>
                  <a:lnTo>
                    <a:pt x="27341" y="4888760"/>
                  </a:lnTo>
                  <a:lnTo>
                    <a:pt x="10764" y="4852173"/>
                  </a:lnTo>
                  <a:lnTo>
                    <a:pt x="1641" y="4813057"/>
                  </a:lnTo>
                  <a:lnTo>
                    <a:pt x="0" y="4793018"/>
                  </a:lnTo>
                  <a:lnTo>
                    <a:pt x="0" y="4786310"/>
                  </a:lnTo>
                  <a:lnTo>
                    <a:pt x="0" y="198079"/>
                  </a:lnTo>
                  <a:lnTo>
                    <a:pt x="5242" y="158253"/>
                  </a:lnTo>
                  <a:lnTo>
                    <a:pt x="18154" y="120218"/>
                  </a:lnTo>
                  <a:lnTo>
                    <a:pt x="38237" y="85432"/>
                  </a:lnTo>
                  <a:lnTo>
                    <a:pt x="64722" y="55234"/>
                  </a:lnTo>
                  <a:lnTo>
                    <a:pt x="96589" y="30781"/>
                  </a:lnTo>
                  <a:lnTo>
                    <a:pt x="132615" y="13017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6545619" y="0"/>
                  </a:lnTo>
                  <a:lnTo>
                    <a:pt x="6585440" y="5241"/>
                  </a:lnTo>
                  <a:lnTo>
                    <a:pt x="6623475" y="18150"/>
                  </a:lnTo>
                  <a:lnTo>
                    <a:pt x="6658260" y="38235"/>
                  </a:lnTo>
                  <a:lnTo>
                    <a:pt x="6688460" y="64717"/>
                  </a:lnTo>
                  <a:lnTo>
                    <a:pt x="6712910" y="96585"/>
                  </a:lnTo>
                  <a:lnTo>
                    <a:pt x="6730676" y="132610"/>
                  </a:lnTo>
                  <a:lnTo>
                    <a:pt x="6741071" y="171410"/>
                  </a:lnTo>
                  <a:lnTo>
                    <a:pt x="6743699" y="198079"/>
                  </a:lnTo>
                  <a:lnTo>
                    <a:pt x="6743699" y="4793018"/>
                  </a:lnTo>
                  <a:lnTo>
                    <a:pt x="6738454" y="4832839"/>
                  </a:lnTo>
                  <a:lnTo>
                    <a:pt x="6725542" y="4870875"/>
                  </a:lnTo>
                  <a:lnTo>
                    <a:pt x="6705458" y="4905658"/>
                  </a:lnTo>
                  <a:lnTo>
                    <a:pt x="6678974" y="4935859"/>
                  </a:lnTo>
                  <a:lnTo>
                    <a:pt x="6647107" y="4960309"/>
                  </a:lnTo>
                  <a:lnTo>
                    <a:pt x="6611081" y="4978073"/>
                  </a:lnTo>
                  <a:lnTo>
                    <a:pt x="6572284" y="4988469"/>
                  </a:lnTo>
                  <a:lnTo>
                    <a:pt x="6552310" y="4990770"/>
                  </a:lnTo>
                  <a:lnTo>
                    <a:pt x="6545619" y="49910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472736" y="4376736"/>
              <a:ext cx="6743700" cy="4991100"/>
            </a:xfrm>
            <a:custGeom>
              <a:avLst/>
              <a:gdLst/>
              <a:ahLst/>
              <a:cxnLst/>
              <a:rect l="l" t="t" r="r" b="b"/>
              <a:pathLst>
                <a:path w="6743700" h="4991100">
                  <a:moveTo>
                    <a:pt x="0" y="478631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7" y="191390"/>
                  </a:lnTo>
                  <a:lnTo>
                    <a:pt x="984" y="184716"/>
                  </a:lnTo>
                  <a:lnTo>
                    <a:pt x="1641" y="178040"/>
                  </a:lnTo>
                  <a:lnTo>
                    <a:pt x="2625" y="171412"/>
                  </a:lnTo>
                  <a:lnTo>
                    <a:pt x="13021" y="132612"/>
                  </a:lnTo>
                  <a:lnTo>
                    <a:pt x="30784" y="96587"/>
                  </a:lnTo>
                  <a:lnTo>
                    <a:pt x="46484" y="74870"/>
                  </a:lnTo>
                  <a:lnTo>
                    <a:pt x="50738" y="69683"/>
                  </a:lnTo>
                  <a:lnTo>
                    <a:pt x="55237" y="64719"/>
                  </a:lnTo>
                  <a:lnTo>
                    <a:pt x="59980" y="59977"/>
                  </a:lnTo>
                  <a:lnTo>
                    <a:pt x="64722" y="55236"/>
                  </a:lnTo>
                  <a:lnTo>
                    <a:pt x="96589" y="30783"/>
                  </a:lnTo>
                  <a:lnTo>
                    <a:pt x="108250" y="24180"/>
                  </a:lnTo>
                  <a:lnTo>
                    <a:pt x="114166" y="21016"/>
                  </a:lnTo>
                  <a:lnTo>
                    <a:pt x="145341" y="8818"/>
                  </a:lnTo>
                  <a:lnTo>
                    <a:pt x="151759" y="6871"/>
                  </a:lnTo>
                  <a:lnTo>
                    <a:pt x="191390" y="330"/>
                  </a:lnTo>
                  <a:lnTo>
                    <a:pt x="204787" y="0"/>
                  </a:lnTo>
                  <a:lnTo>
                    <a:pt x="6538911" y="0"/>
                  </a:lnTo>
                  <a:lnTo>
                    <a:pt x="6578861" y="3934"/>
                  </a:lnTo>
                  <a:lnTo>
                    <a:pt x="6598357" y="8818"/>
                  </a:lnTo>
                  <a:lnTo>
                    <a:pt x="6604775" y="10764"/>
                  </a:lnTo>
                  <a:lnTo>
                    <a:pt x="6635446" y="24180"/>
                  </a:lnTo>
                  <a:lnTo>
                    <a:pt x="6641361" y="27340"/>
                  </a:lnTo>
                  <a:lnTo>
                    <a:pt x="6674010" y="50738"/>
                  </a:lnTo>
                  <a:lnTo>
                    <a:pt x="6683716" y="59977"/>
                  </a:lnTo>
                  <a:lnTo>
                    <a:pt x="6688460" y="64719"/>
                  </a:lnTo>
                  <a:lnTo>
                    <a:pt x="6692959" y="69683"/>
                  </a:lnTo>
                  <a:lnTo>
                    <a:pt x="6697213" y="74870"/>
                  </a:lnTo>
                  <a:lnTo>
                    <a:pt x="6701468" y="80052"/>
                  </a:lnTo>
                  <a:lnTo>
                    <a:pt x="6705458" y="85434"/>
                  </a:lnTo>
                  <a:lnTo>
                    <a:pt x="6709183" y="91010"/>
                  </a:lnTo>
                  <a:lnTo>
                    <a:pt x="6712910" y="96587"/>
                  </a:lnTo>
                  <a:lnTo>
                    <a:pt x="6728109" y="126415"/>
                  </a:lnTo>
                  <a:lnTo>
                    <a:pt x="6730676" y="132612"/>
                  </a:lnTo>
                  <a:lnTo>
                    <a:pt x="6732934" y="138922"/>
                  </a:lnTo>
                  <a:lnTo>
                    <a:pt x="6734880" y="145340"/>
                  </a:lnTo>
                  <a:lnTo>
                    <a:pt x="6736828" y="151758"/>
                  </a:lnTo>
                  <a:lnTo>
                    <a:pt x="6742712" y="184716"/>
                  </a:lnTo>
                  <a:lnTo>
                    <a:pt x="6743370" y="191390"/>
                  </a:lnTo>
                  <a:lnTo>
                    <a:pt x="6743699" y="198080"/>
                  </a:lnTo>
                  <a:lnTo>
                    <a:pt x="6743699" y="204787"/>
                  </a:lnTo>
                  <a:lnTo>
                    <a:pt x="6743699" y="4786312"/>
                  </a:lnTo>
                  <a:lnTo>
                    <a:pt x="6743699" y="4793020"/>
                  </a:lnTo>
                  <a:lnTo>
                    <a:pt x="6743370" y="4799710"/>
                  </a:lnTo>
                  <a:lnTo>
                    <a:pt x="6742712" y="4806387"/>
                  </a:lnTo>
                  <a:lnTo>
                    <a:pt x="6742055" y="4813061"/>
                  </a:lnTo>
                  <a:lnTo>
                    <a:pt x="6741071" y="4819686"/>
                  </a:lnTo>
                  <a:lnTo>
                    <a:pt x="6739762" y="4826262"/>
                  </a:lnTo>
                  <a:lnTo>
                    <a:pt x="6738454" y="4832841"/>
                  </a:lnTo>
                  <a:lnTo>
                    <a:pt x="6728108" y="4864677"/>
                  </a:lnTo>
                  <a:lnTo>
                    <a:pt x="6725542" y="4870876"/>
                  </a:lnTo>
                  <a:lnTo>
                    <a:pt x="6722678" y="4876934"/>
                  </a:lnTo>
                  <a:lnTo>
                    <a:pt x="6719517" y="4882847"/>
                  </a:lnTo>
                  <a:lnTo>
                    <a:pt x="6716356" y="4888762"/>
                  </a:lnTo>
                  <a:lnTo>
                    <a:pt x="6712910" y="4894507"/>
                  </a:lnTo>
                  <a:lnTo>
                    <a:pt x="6709183" y="4900081"/>
                  </a:lnTo>
                  <a:lnTo>
                    <a:pt x="6705458" y="4905660"/>
                  </a:lnTo>
                  <a:lnTo>
                    <a:pt x="6701468" y="4911041"/>
                  </a:lnTo>
                  <a:lnTo>
                    <a:pt x="6697213" y="4916227"/>
                  </a:lnTo>
                  <a:lnTo>
                    <a:pt x="6692959" y="4921412"/>
                  </a:lnTo>
                  <a:lnTo>
                    <a:pt x="6688460" y="4926375"/>
                  </a:lnTo>
                  <a:lnTo>
                    <a:pt x="6683716" y="4931116"/>
                  </a:lnTo>
                  <a:lnTo>
                    <a:pt x="6678974" y="4935861"/>
                  </a:lnTo>
                  <a:lnTo>
                    <a:pt x="6674011" y="4940360"/>
                  </a:lnTo>
                  <a:lnTo>
                    <a:pt x="6668827" y="4944613"/>
                  </a:lnTo>
                  <a:lnTo>
                    <a:pt x="6663642" y="4948867"/>
                  </a:lnTo>
                  <a:lnTo>
                    <a:pt x="6658262" y="4952857"/>
                  </a:lnTo>
                  <a:lnTo>
                    <a:pt x="6652684" y="4956582"/>
                  </a:lnTo>
                  <a:lnTo>
                    <a:pt x="6647107" y="4960310"/>
                  </a:lnTo>
                  <a:lnTo>
                    <a:pt x="6617277" y="4975507"/>
                  </a:lnTo>
                  <a:lnTo>
                    <a:pt x="6611081" y="4978075"/>
                  </a:lnTo>
                  <a:lnTo>
                    <a:pt x="6572284" y="4988471"/>
                  </a:lnTo>
                  <a:lnTo>
                    <a:pt x="6558984" y="4990113"/>
                  </a:lnTo>
                  <a:lnTo>
                    <a:pt x="6552310" y="4990771"/>
                  </a:lnTo>
                  <a:lnTo>
                    <a:pt x="6545619" y="4991099"/>
                  </a:lnTo>
                  <a:lnTo>
                    <a:pt x="6538911" y="4991099"/>
                  </a:lnTo>
                  <a:lnTo>
                    <a:pt x="204787" y="4991099"/>
                  </a:lnTo>
                  <a:lnTo>
                    <a:pt x="198080" y="4991099"/>
                  </a:lnTo>
                  <a:lnTo>
                    <a:pt x="191390" y="4990771"/>
                  </a:lnTo>
                  <a:lnTo>
                    <a:pt x="151759" y="4984225"/>
                  </a:lnTo>
                  <a:lnTo>
                    <a:pt x="126417" y="4975507"/>
                  </a:lnTo>
                  <a:lnTo>
                    <a:pt x="120221" y="4972943"/>
                  </a:lnTo>
                  <a:lnTo>
                    <a:pt x="114166" y="4970079"/>
                  </a:lnTo>
                  <a:lnTo>
                    <a:pt x="108251" y="4966917"/>
                  </a:lnTo>
                  <a:lnTo>
                    <a:pt x="102335" y="4963755"/>
                  </a:lnTo>
                  <a:lnTo>
                    <a:pt x="96589" y="4960310"/>
                  </a:lnTo>
                  <a:lnTo>
                    <a:pt x="91011" y="4956582"/>
                  </a:lnTo>
                  <a:lnTo>
                    <a:pt x="85436" y="4952857"/>
                  </a:lnTo>
                  <a:lnTo>
                    <a:pt x="59980" y="4931116"/>
                  </a:lnTo>
                  <a:lnTo>
                    <a:pt x="55237" y="4926375"/>
                  </a:lnTo>
                  <a:lnTo>
                    <a:pt x="50738" y="4921412"/>
                  </a:lnTo>
                  <a:lnTo>
                    <a:pt x="46484" y="4916225"/>
                  </a:lnTo>
                  <a:lnTo>
                    <a:pt x="42228" y="4911041"/>
                  </a:lnTo>
                  <a:lnTo>
                    <a:pt x="38237" y="4905663"/>
                  </a:lnTo>
                  <a:lnTo>
                    <a:pt x="34510" y="4900084"/>
                  </a:lnTo>
                  <a:lnTo>
                    <a:pt x="30784" y="4894507"/>
                  </a:lnTo>
                  <a:lnTo>
                    <a:pt x="27341" y="4888762"/>
                  </a:lnTo>
                  <a:lnTo>
                    <a:pt x="24179" y="4882847"/>
                  </a:lnTo>
                  <a:lnTo>
                    <a:pt x="21018" y="4876934"/>
                  </a:lnTo>
                  <a:lnTo>
                    <a:pt x="6870" y="4839338"/>
                  </a:lnTo>
                  <a:lnTo>
                    <a:pt x="327" y="4799710"/>
                  </a:lnTo>
                  <a:lnTo>
                    <a:pt x="0" y="4793020"/>
                  </a:lnTo>
                  <a:lnTo>
                    <a:pt x="0" y="478631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0751442" y="4606924"/>
            <a:ext cx="31654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646B7D"/>
                </a:solidFill>
                <a:latin typeface="Tahoma"/>
                <a:cs typeface="Tahoma"/>
              </a:rPr>
              <a:t>F</a:t>
            </a:r>
            <a:r>
              <a:rPr dirty="0" sz="125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-254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25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14" b="1">
                <a:solidFill>
                  <a:srgbClr val="646B7D"/>
                </a:solidFill>
                <a:latin typeface="Tahoma"/>
                <a:cs typeface="Tahoma"/>
              </a:rPr>
              <a:t>RST</a:t>
            </a:r>
            <a:r>
              <a:rPr dirty="0" sz="1250" spc="25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250" spc="-16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-95" b="1">
                <a:solidFill>
                  <a:srgbClr val="646B7D"/>
                </a:solidFill>
                <a:latin typeface="Tahoma"/>
                <a:cs typeface="Tahoma"/>
              </a:rPr>
              <a:t>RI</a:t>
            </a:r>
            <a:r>
              <a:rPr dirty="0" sz="125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-20" b="1">
                <a:solidFill>
                  <a:srgbClr val="646B7D"/>
                </a:solidFill>
                <a:latin typeface="Tahoma"/>
                <a:cs typeface="Tahoma"/>
              </a:rPr>
              <a:t>TI</a:t>
            </a:r>
            <a:r>
              <a:rPr dirty="0" sz="125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95" b="1">
                <a:solidFill>
                  <a:srgbClr val="646B7D"/>
                </a:solidFill>
                <a:latin typeface="Tahoma"/>
                <a:cs typeface="Tahoma"/>
              </a:rPr>
              <a:t>QUE</a:t>
            </a:r>
            <a:r>
              <a:rPr dirty="0" sz="1250" spc="254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50" b="1">
                <a:solidFill>
                  <a:srgbClr val="646B7D"/>
                </a:solidFill>
                <a:latin typeface="Tahoma"/>
                <a:cs typeface="Tahoma"/>
              </a:rPr>
              <a:t>SC</a:t>
            </a:r>
            <a:r>
              <a:rPr dirty="0" sz="1250" spc="-1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5" b="1">
                <a:solidFill>
                  <a:srgbClr val="646B7D"/>
                </a:solidFill>
                <a:latin typeface="Tahoma"/>
                <a:cs typeface="Tahoma"/>
              </a:rPr>
              <a:t>ORE</a:t>
            </a:r>
            <a:r>
              <a:rPr dirty="0" sz="1250" spc="254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r>
              <a:rPr dirty="0" sz="125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646B7D"/>
                </a:solidFill>
                <a:latin typeface="Tahoma"/>
                <a:cs typeface="Tahoma"/>
              </a:rPr>
              <a:t>ER</a:t>
            </a:r>
            <a:r>
              <a:rPr dirty="0" sz="1250" spc="2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40" b="1">
                <a:solidFill>
                  <a:srgbClr val="646B7D"/>
                </a:solidFill>
                <a:latin typeface="Tahoma"/>
                <a:cs typeface="Tahoma"/>
              </a:rPr>
              <a:t>RUN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41006" y="4962290"/>
            <a:ext cx="18288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-50" b="1">
                <a:solidFill>
                  <a:srgbClr val="0C7967"/>
                </a:solidFill>
                <a:latin typeface="Tahoma"/>
                <a:cs typeface="Tahoma"/>
              </a:rPr>
              <a:t>9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34628" y="5600370"/>
            <a:ext cx="800100" cy="21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0C7967"/>
                </a:solidFill>
                <a:latin typeface="Tahoma"/>
                <a:cs typeface="Tahoma"/>
              </a:rPr>
              <a:t>accept</a:t>
            </a:r>
            <a:r>
              <a:rPr dirty="0" sz="1200" spc="15" b="1">
                <a:solidFill>
                  <a:srgbClr val="0C7967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0C7967"/>
                </a:solidFill>
                <a:latin typeface="Times New Roman"/>
                <a:cs typeface="Times New Roman"/>
              </a:rPr>
              <a:t>≥</a:t>
            </a:r>
            <a:r>
              <a:rPr dirty="0" sz="1200" spc="60" b="1">
                <a:solidFill>
                  <a:srgbClr val="0C7967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0C7967"/>
                </a:solidFill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192340" y="5846982"/>
            <a:ext cx="5523865" cy="1868170"/>
            <a:chOff x="11192340" y="5846982"/>
            <a:chExt cx="5523865" cy="1868170"/>
          </a:xfrm>
        </p:grpSpPr>
        <p:sp>
          <p:nvSpPr>
            <p:cNvPr id="25" name="object 25"/>
            <p:cNvSpPr/>
            <p:nvPr/>
          </p:nvSpPr>
          <p:spPr>
            <a:xfrm>
              <a:off x="11203453" y="7703715"/>
              <a:ext cx="5501640" cy="0"/>
            </a:xfrm>
            <a:custGeom>
              <a:avLst/>
              <a:gdLst/>
              <a:ahLst/>
              <a:cxnLst/>
              <a:rect l="l" t="t" r="r" b="b"/>
              <a:pathLst>
                <a:path w="5501640" h="0">
                  <a:moveTo>
                    <a:pt x="0" y="0"/>
                  </a:moveTo>
                  <a:lnTo>
                    <a:pt x="5501431" y="0"/>
                  </a:lnTo>
                </a:path>
              </a:pathLst>
            </a:custGeom>
            <a:ln w="22005">
              <a:solidFill>
                <a:srgbClr val="D8D0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203445" y="5846990"/>
              <a:ext cx="5480050" cy="16510"/>
            </a:xfrm>
            <a:custGeom>
              <a:avLst/>
              <a:gdLst/>
              <a:ahLst/>
              <a:cxnLst/>
              <a:rect l="l" t="t" r="r" b="b"/>
              <a:pathLst>
                <a:path w="5480050" h="16510">
                  <a:moveTo>
                    <a:pt x="66014" y="0"/>
                  </a:moveTo>
                  <a:lnTo>
                    <a:pt x="0" y="0"/>
                  </a:lnTo>
                  <a:lnTo>
                    <a:pt x="0" y="16497"/>
                  </a:lnTo>
                  <a:lnTo>
                    <a:pt x="66014" y="16497"/>
                  </a:lnTo>
                  <a:lnTo>
                    <a:pt x="66014" y="0"/>
                  </a:lnTo>
                  <a:close/>
                </a:path>
                <a:path w="5480050" h="16510">
                  <a:moveTo>
                    <a:pt x="198056" y="0"/>
                  </a:moveTo>
                  <a:lnTo>
                    <a:pt x="132041" y="0"/>
                  </a:lnTo>
                  <a:lnTo>
                    <a:pt x="132041" y="16497"/>
                  </a:lnTo>
                  <a:lnTo>
                    <a:pt x="198056" y="16497"/>
                  </a:lnTo>
                  <a:lnTo>
                    <a:pt x="198056" y="0"/>
                  </a:lnTo>
                  <a:close/>
                </a:path>
                <a:path w="5480050" h="16510">
                  <a:moveTo>
                    <a:pt x="330085" y="0"/>
                  </a:moveTo>
                  <a:lnTo>
                    <a:pt x="264071" y="0"/>
                  </a:lnTo>
                  <a:lnTo>
                    <a:pt x="264071" y="16497"/>
                  </a:lnTo>
                  <a:lnTo>
                    <a:pt x="330085" y="16497"/>
                  </a:lnTo>
                  <a:lnTo>
                    <a:pt x="330085" y="0"/>
                  </a:lnTo>
                  <a:close/>
                </a:path>
                <a:path w="5480050" h="16510">
                  <a:moveTo>
                    <a:pt x="462127" y="0"/>
                  </a:moveTo>
                  <a:lnTo>
                    <a:pt x="396100" y="0"/>
                  </a:lnTo>
                  <a:lnTo>
                    <a:pt x="396100" y="16497"/>
                  </a:lnTo>
                  <a:lnTo>
                    <a:pt x="462127" y="16497"/>
                  </a:lnTo>
                  <a:lnTo>
                    <a:pt x="462127" y="0"/>
                  </a:lnTo>
                  <a:close/>
                </a:path>
                <a:path w="5480050" h="16510">
                  <a:moveTo>
                    <a:pt x="594156" y="0"/>
                  </a:moveTo>
                  <a:lnTo>
                    <a:pt x="528142" y="0"/>
                  </a:lnTo>
                  <a:lnTo>
                    <a:pt x="528142" y="16497"/>
                  </a:lnTo>
                  <a:lnTo>
                    <a:pt x="594156" y="16497"/>
                  </a:lnTo>
                  <a:lnTo>
                    <a:pt x="594156" y="0"/>
                  </a:lnTo>
                  <a:close/>
                </a:path>
                <a:path w="5480050" h="16510">
                  <a:moveTo>
                    <a:pt x="726186" y="0"/>
                  </a:moveTo>
                  <a:lnTo>
                    <a:pt x="660171" y="0"/>
                  </a:lnTo>
                  <a:lnTo>
                    <a:pt x="660171" y="16497"/>
                  </a:lnTo>
                  <a:lnTo>
                    <a:pt x="726186" y="16497"/>
                  </a:lnTo>
                  <a:lnTo>
                    <a:pt x="726186" y="0"/>
                  </a:lnTo>
                  <a:close/>
                </a:path>
                <a:path w="5480050" h="16510">
                  <a:moveTo>
                    <a:pt x="858227" y="0"/>
                  </a:moveTo>
                  <a:lnTo>
                    <a:pt x="792213" y="0"/>
                  </a:lnTo>
                  <a:lnTo>
                    <a:pt x="792213" y="16497"/>
                  </a:lnTo>
                  <a:lnTo>
                    <a:pt x="858227" y="16497"/>
                  </a:lnTo>
                  <a:lnTo>
                    <a:pt x="858227" y="0"/>
                  </a:lnTo>
                  <a:close/>
                </a:path>
                <a:path w="5480050" h="16510">
                  <a:moveTo>
                    <a:pt x="990257" y="0"/>
                  </a:moveTo>
                  <a:lnTo>
                    <a:pt x="924242" y="0"/>
                  </a:lnTo>
                  <a:lnTo>
                    <a:pt x="924242" y="16497"/>
                  </a:lnTo>
                  <a:lnTo>
                    <a:pt x="990257" y="16497"/>
                  </a:lnTo>
                  <a:lnTo>
                    <a:pt x="990257" y="0"/>
                  </a:lnTo>
                  <a:close/>
                </a:path>
                <a:path w="5480050" h="16510">
                  <a:moveTo>
                    <a:pt x="1122299" y="0"/>
                  </a:moveTo>
                  <a:lnTo>
                    <a:pt x="1056271" y="0"/>
                  </a:lnTo>
                  <a:lnTo>
                    <a:pt x="1056271" y="16497"/>
                  </a:lnTo>
                  <a:lnTo>
                    <a:pt x="1122299" y="16497"/>
                  </a:lnTo>
                  <a:lnTo>
                    <a:pt x="1122299" y="0"/>
                  </a:lnTo>
                  <a:close/>
                </a:path>
                <a:path w="5480050" h="16510">
                  <a:moveTo>
                    <a:pt x="1254328" y="0"/>
                  </a:moveTo>
                  <a:lnTo>
                    <a:pt x="1188313" y="0"/>
                  </a:lnTo>
                  <a:lnTo>
                    <a:pt x="1188313" y="16497"/>
                  </a:lnTo>
                  <a:lnTo>
                    <a:pt x="1254328" y="16497"/>
                  </a:lnTo>
                  <a:lnTo>
                    <a:pt x="1254328" y="0"/>
                  </a:lnTo>
                  <a:close/>
                </a:path>
                <a:path w="5480050" h="16510">
                  <a:moveTo>
                    <a:pt x="1386357" y="0"/>
                  </a:moveTo>
                  <a:lnTo>
                    <a:pt x="1320342" y="0"/>
                  </a:lnTo>
                  <a:lnTo>
                    <a:pt x="1320342" y="16497"/>
                  </a:lnTo>
                  <a:lnTo>
                    <a:pt x="1386357" y="16497"/>
                  </a:lnTo>
                  <a:lnTo>
                    <a:pt x="1386357" y="0"/>
                  </a:lnTo>
                  <a:close/>
                </a:path>
                <a:path w="5480050" h="16510">
                  <a:moveTo>
                    <a:pt x="1518399" y="0"/>
                  </a:moveTo>
                  <a:lnTo>
                    <a:pt x="1452384" y="0"/>
                  </a:lnTo>
                  <a:lnTo>
                    <a:pt x="1452384" y="16497"/>
                  </a:lnTo>
                  <a:lnTo>
                    <a:pt x="1518399" y="16497"/>
                  </a:lnTo>
                  <a:lnTo>
                    <a:pt x="1518399" y="0"/>
                  </a:lnTo>
                  <a:close/>
                </a:path>
                <a:path w="5480050" h="16510">
                  <a:moveTo>
                    <a:pt x="1650428" y="0"/>
                  </a:moveTo>
                  <a:lnTo>
                    <a:pt x="1584413" y="0"/>
                  </a:lnTo>
                  <a:lnTo>
                    <a:pt x="1584413" y="16497"/>
                  </a:lnTo>
                  <a:lnTo>
                    <a:pt x="1650428" y="16497"/>
                  </a:lnTo>
                  <a:lnTo>
                    <a:pt x="1650428" y="0"/>
                  </a:lnTo>
                  <a:close/>
                </a:path>
                <a:path w="5480050" h="16510">
                  <a:moveTo>
                    <a:pt x="1782470" y="0"/>
                  </a:moveTo>
                  <a:lnTo>
                    <a:pt x="1716443" y="0"/>
                  </a:lnTo>
                  <a:lnTo>
                    <a:pt x="1716443" y="16497"/>
                  </a:lnTo>
                  <a:lnTo>
                    <a:pt x="1782470" y="16497"/>
                  </a:lnTo>
                  <a:lnTo>
                    <a:pt x="1782470" y="0"/>
                  </a:lnTo>
                  <a:close/>
                </a:path>
                <a:path w="5480050" h="16510">
                  <a:moveTo>
                    <a:pt x="1914499" y="0"/>
                  </a:moveTo>
                  <a:lnTo>
                    <a:pt x="1848485" y="0"/>
                  </a:lnTo>
                  <a:lnTo>
                    <a:pt x="1848485" y="16497"/>
                  </a:lnTo>
                  <a:lnTo>
                    <a:pt x="1914499" y="16497"/>
                  </a:lnTo>
                  <a:lnTo>
                    <a:pt x="1914499" y="0"/>
                  </a:lnTo>
                  <a:close/>
                </a:path>
                <a:path w="5480050" h="16510">
                  <a:moveTo>
                    <a:pt x="2046528" y="0"/>
                  </a:moveTo>
                  <a:lnTo>
                    <a:pt x="1980514" y="0"/>
                  </a:lnTo>
                  <a:lnTo>
                    <a:pt x="1980514" y="16497"/>
                  </a:lnTo>
                  <a:lnTo>
                    <a:pt x="2046528" y="16497"/>
                  </a:lnTo>
                  <a:lnTo>
                    <a:pt x="2046528" y="0"/>
                  </a:lnTo>
                  <a:close/>
                </a:path>
                <a:path w="5480050" h="16510">
                  <a:moveTo>
                    <a:pt x="2178570" y="0"/>
                  </a:moveTo>
                  <a:lnTo>
                    <a:pt x="2112556" y="0"/>
                  </a:lnTo>
                  <a:lnTo>
                    <a:pt x="2112556" y="16497"/>
                  </a:lnTo>
                  <a:lnTo>
                    <a:pt x="2178570" y="16497"/>
                  </a:lnTo>
                  <a:lnTo>
                    <a:pt x="2178570" y="0"/>
                  </a:lnTo>
                  <a:close/>
                </a:path>
                <a:path w="5480050" h="16510">
                  <a:moveTo>
                    <a:pt x="2310600" y="0"/>
                  </a:moveTo>
                  <a:lnTo>
                    <a:pt x="2244585" y="0"/>
                  </a:lnTo>
                  <a:lnTo>
                    <a:pt x="2244585" y="16497"/>
                  </a:lnTo>
                  <a:lnTo>
                    <a:pt x="2310600" y="16497"/>
                  </a:lnTo>
                  <a:lnTo>
                    <a:pt x="2310600" y="0"/>
                  </a:lnTo>
                  <a:close/>
                </a:path>
                <a:path w="5480050" h="16510">
                  <a:moveTo>
                    <a:pt x="2442641" y="0"/>
                  </a:moveTo>
                  <a:lnTo>
                    <a:pt x="2376614" y="0"/>
                  </a:lnTo>
                  <a:lnTo>
                    <a:pt x="2376614" y="16497"/>
                  </a:lnTo>
                  <a:lnTo>
                    <a:pt x="2442641" y="16497"/>
                  </a:lnTo>
                  <a:lnTo>
                    <a:pt x="2442641" y="0"/>
                  </a:lnTo>
                  <a:close/>
                </a:path>
                <a:path w="5480050" h="16510">
                  <a:moveTo>
                    <a:pt x="2574671" y="0"/>
                  </a:moveTo>
                  <a:lnTo>
                    <a:pt x="2508656" y="0"/>
                  </a:lnTo>
                  <a:lnTo>
                    <a:pt x="2508656" y="16497"/>
                  </a:lnTo>
                  <a:lnTo>
                    <a:pt x="2574671" y="16497"/>
                  </a:lnTo>
                  <a:lnTo>
                    <a:pt x="2574671" y="0"/>
                  </a:lnTo>
                  <a:close/>
                </a:path>
                <a:path w="5480050" h="16510">
                  <a:moveTo>
                    <a:pt x="2706700" y="0"/>
                  </a:moveTo>
                  <a:lnTo>
                    <a:pt x="2640685" y="0"/>
                  </a:lnTo>
                  <a:lnTo>
                    <a:pt x="2640685" y="16497"/>
                  </a:lnTo>
                  <a:lnTo>
                    <a:pt x="2706700" y="16497"/>
                  </a:lnTo>
                  <a:lnTo>
                    <a:pt x="2706700" y="0"/>
                  </a:lnTo>
                  <a:close/>
                </a:path>
                <a:path w="5480050" h="16510">
                  <a:moveTo>
                    <a:pt x="2838742" y="0"/>
                  </a:moveTo>
                  <a:lnTo>
                    <a:pt x="2772727" y="0"/>
                  </a:lnTo>
                  <a:lnTo>
                    <a:pt x="2772727" y="16497"/>
                  </a:lnTo>
                  <a:lnTo>
                    <a:pt x="2838742" y="16497"/>
                  </a:lnTo>
                  <a:lnTo>
                    <a:pt x="2838742" y="0"/>
                  </a:lnTo>
                  <a:close/>
                </a:path>
                <a:path w="5480050" h="16510">
                  <a:moveTo>
                    <a:pt x="2970771" y="0"/>
                  </a:moveTo>
                  <a:lnTo>
                    <a:pt x="2904756" y="0"/>
                  </a:lnTo>
                  <a:lnTo>
                    <a:pt x="2904756" y="16497"/>
                  </a:lnTo>
                  <a:lnTo>
                    <a:pt x="2970771" y="16497"/>
                  </a:lnTo>
                  <a:lnTo>
                    <a:pt x="2970771" y="0"/>
                  </a:lnTo>
                  <a:close/>
                </a:path>
                <a:path w="5480050" h="16510">
                  <a:moveTo>
                    <a:pt x="3102813" y="0"/>
                  </a:moveTo>
                  <a:lnTo>
                    <a:pt x="3036798" y="0"/>
                  </a:lnTo>
                  <a:lnTo>
                    <a:pt x="3036798" y="16497"/>
                  </a:lnTo>
                  <a:lnTo>
                    <a:pt x="3102813" y="16497"/>
                  </a:lnTo>
                  <a:lnTo>
                    <a:pt x="3102813" y="0"/>
                  </a:lnTo>
                  <a:close/>
                </a:path>
                <a:path w="5480050" h="16510">
                  <a:moveTo>
                    <a:pt x="3234842" y="0"/>
                  </a:moveTo>
                  <a:lnTo>
                    <a:pt x="3168827" y="0"/>
                  </a:lnTo>
                  <a:lnTo>
                    <a:pt x="3168827" y="16497"/>
                  </a:lnTo>
                  <a:lnTo>
                    <a:pt x="3234842" y="16497"/>
                  </a:lnTo>
                  <a:lnTo>
                    <a:pt x="3234842" y="0"/>
                  </a:lnTo>
                  <a:close/>
                </a:path>
                <a:path w="5480050" h="16510">
                  <a:moveTo>
                    <a:pt x="3366884" y="0"/>
                  </a:moveTo>
                  <a:lnTo>
                    <a:pt x="3300857" y="0"/>
                  </a:lnTo>
                  <a:lnTo>
                    <a:pt x="3300857" y="16497"/>
                  </a:lnTo>
                  <a:lnTo>
                    <a:pt x="3366884" y="16497"/>
                  </a:lnTo>
                  <a:lnTo>
                    <a:pt x="3366884" y="0"/>
                  </a:lnTo>
                  <a:close/>
                </a:path>
                <a:path w="5480050" h="16510">
                  <a:moveTo>
                    <a:pt x="3498913" y="0"/>
                  </a:moveTo>
                  <a:lnTo>
                    <a:pt x="3432899" y="0"/>
                  </a:lnTo>
                  <a:lnTo>
                    <a:pt x="3432899" y="16497"/>
                  </a:lnTo>
                  <a:lnTo>
                    <a:pt x="3498913" y="16497"/>
                  </a:lnTo>
                  <a:lnTo>
                    <a:pt x="3498913" y="0"/>
                  </a:lnTo>
                  <a:close/>
                </a:path>
                <a:path w="5480050" h="16510">
                  <a:moveTo>
                    <a:pt x="3630942" y="0"/>
                  </a:moveTo>
                  <a:lnTo>
                    <a:pt x="3564928" y="0"/>
                  </a:lnTo>
                  <a:lnTo>
                    <a:pt x="3564928" y="16497"/>
                  </a:lnTo>
                  <a:lnTo>
                    <a:pt x="3630942" y="16497"/>
                  </a:lnTo>
                  <a:lnTo>
                    <a:pt x="3630942" y="0"/>
                  </a:lnTo>
                  <a:close/>
                </a:path>
                <a:path w="5480050" h="16510">
                  <a:moveTo>
                    <a:pt x="3762984" y="0"/>
                  </a:moveTo>
                  <a:lnTo>
                    <a:pt x="3696970" y="0"/>
                  </a:lnTo>
                  <a:lnTo>
                    <a:pt x="3696970" y="16497"/>
                  </a:lnTo>
                  <a:lnTo>
                    <a:pt x="3762984" y="16497"/>
                  </a:lnTo>
                  <a:lnTo>
                    <a:pt x="3762984" y="0"/>
                  </a:lnTo>
                  <a:close/>
                </a:path>
                <a:path w="5480050" h="16510">
                  <a:moveTo>
                    <a:pt x="3895013" y="0"/>
                  </a:moveTo>
                  <a:lnTo>
                    <a:pt x="3828999" y="0"/>
                  </a:lnTo>
                  <a:lnTo>
                    <a:pt x="3828999" y="16497"/>
                  </a:lnTo>
                  <a:lnTo>
                    <a:pt x="3895013" y="16497"/>
                  </a:lnTo>
                  <a:lnTo>
                    <a:pt x="3895013" y="0"/>
                  </a:lnTo>
                  <a:close/>
                </a:path>
                <a:path w="5480050" h="16510">
                  <a:moveTo>
                    <a:pt x="4027055" y="0"/>
                  </a:moveTo>
                  <a:lnTo>
                    <a:pt x="3961028" y="0"/>
                  </a:lnTo>
                  <a:lnTo>
                    <a:pt x="3961028" y="16497"/>
                  </a:lnTo>
                  <a:lnTo>
                    <a:pt x="4027055" y="16497"/>
                  </a:lnTo>
                  <a:lnTo>
                    <a:pt x="4027055" y="0"/>
                  </a:lnTo>
                  <a:close/>
                </a:path>
                <a:path w="5480050" h="16510">
                  <a:moveTo>
                    <a:pt x="4159085" y="0"/>
                  </a:moveTo>
                  <a:lnTo>
                    <a:pt x="4093070" y="0"/>
                  </a:lnTo>
                  <a:lnTo>
                    <a:pt x="4093070" y="16497"/>
                  </a:lnTo>
                  <a:lnTo>
                    <a:pt x="4159085" y="16497"/>
                  </a:lnTo>
                  <a:lnTo>
                    <a:pt x="4159085" y="0"/>
                  </a:lnTo>
                  <a:close/>
                </a:path>
                <a:path w="5480050" h="16510">
                  <a:moveTo>
                    <a:pt x="4291114" y="0"/>
                  </a:moveTo>
                  <a:lnTo>
                    <a:pt x="4225099" y="0"/>
                  </a:lnTo>
                  <a:lnTo>
                    <a:pt x="4225099" y="16497"/>
                  </a:lnTo>
                  <a:lnTo>
                    <a:pt x="4291114" y="16497"/>
                  </a:lnTo>
                  <a:lnTo>
                    <a:pt x="4291114" y="0"/>
                  </a:lnTo>
                  <a:close/>
                </a:path>
                <a:path w="5480050" h="16510">
                  <a:moveTo>
                    <a:pt x="4423156" y="0"/>
                  </a:moveTo>
                  <a:lnTo>
                    <a:pt x="4357141" y="0"/>
                  </a:lnTo>
                  <a:lnTo>
                    <a:pt x="4357141" y="16497"/>
                  </a:lnTo>
                  <a:lnTo>
                    <a:pt x="4423156" y="16497"/>
                  </a:lnTo>
                  <a:lnTo>
                    <a:pt x="4423156" y="0"/>
                  </a:lnTo>
                  <a:close/>
                </a:path>
                <a:path w="5480050" h="16510">
                  <a:moveTo>
                    <a:pt x="4555185" y="0"/>
                  </a:moveTo>
                  <a:lnTo>
                    <a:pt x="4489170" y="0"/>
                  </a:lnTo>
                  <a:lnTo>
                    <a:pt x="4489170" y="16497"/>
                  </a:lnTo>
                  <a:lnTo>
                    <a:pt x="4555185" y="16497"/>
                  </a:lnTo>
                  <a:lnTo>
                    <a:pt x="4555185" y="0"/>
                  </a:lnTo>
                  <a:close/>
                </a:path>
                <a:path w="5480050" h="16510">
                  <a:moveTo>
                    <a:pt x="4687227" y="0"/>
                  </a:moveTo>
                  <a:lnTo>
                    <a:pt x="4621200" y="0"/>
                  </a:lnTo>
                  <a:lnTo>
                    <a:pt x="4621200" y="16497"/>
                  </a:lnTo>
                  <a:lnTo>
                    <a:pt x="4687227" y="16497"/>
                  </a:lnTo>
                  <a:lnTo>
                    <a:pt x="4687227" y="0"/>
                  </a:lnTo>
                  <a:close/>
                </a:path>
                <a:path w="5480050" h="16510">
                  <a:moveTo>
                    <a:pt x="4819256" y="0"/>
                  </a:moveTo>
                  <a:lnTo>
                    <a:pt x="4753241" y="0"/>
                  </a:lnTo>
                  <a:lnTo>
                    <a:pt x="4753241" y="16497"/>
                  </a:lnTo>
                  <a:lnTo>
                    <a:pt x="4819256" y="16497"/>
                  </a:lnTo>
                  <a:lnTo>
                    <a:pt x="4819256" y="0"/>
                  </a:lnTo>
                  <a:close/>
                </a:path>
                <a:path w="5480050" h="16510">
                  <a:moveTo>
                    <a:pt x="4951285" y="0"/>
                  </a:moveTo>
                  <a:lnTo>
                    <a:pt x="4885271" y="0"/>
                  </a:lnTo>
                  <a:lnTo>
                    <a:pt x="4885271" y="16497"/>
                  </a:lnTo>
                  <a:lnTo>
                    <a:pt x="4951285" y="16497"/>
                  </a:lnTo>
                  <a:lnTo>
                    <a:pt x="4951285" y="0"/>
                  </a:lnTo>
                  <a:close/>
                </a:path>
                <a:path w="5480050" h="16510">
                  <a:moveTo>
                    <a:pt x="5083327" y="0"/>
                  </a:moveTo>
                  <a:lnTo>
                    <a:pt x="5017313" y="0"/>
                  </a:lnTo>
                  <a:lnTo>
                    <a:pt x="5017313" y="16497"/>
                  </a:lnTo>
                  <a:lnTo>
                    <a:pt x="5083327" y="16497"/>
                  </a:lnTo>
                  <a:lnTo>
                    <a:pt x="5083327" y="0"/>
                  </a:lnTo>
                  <a:close/>
                </a:path>
                <a:path w="5480050" h="16510">
                  <a:moveTo>
                    <a:pt x="5215356" y="0"/>
                  </a:moveTo>
                  <a:lnTo>
                    <a:pt x="5149342" y="0"/>
                  </a:lnTo>
                  <a:lnTo>
                    <a:pt x="5149342" y="16497"/>
                  </a:lnTo>
                  <a:lnTo>
                    <a:pt x="5215356" y="16497"/>
                  </a:lnTo>
                  <a:lnTo>
                    <a:pt x="5215356" y="0"/>
                  </a:lnTo>
                  <a:close/>
                </a:path>
                <a:path w="5480050" h="16510">
                  <a:moveTo>
                    <a:pt x="5347398" y="0"/>
                  </a:moveTo>
                  <a:lnTo>
                    <a:pt x="5281371" y="0"/>
                  </a:lnTo>
                  <a:lnTo>
                    <a:pt x="5281371" y="16497"/>
                  </a:lnTo>
                  <a:lnTo>
                    <a:pt x="5347398" y="16497"/>
                  </a:lnTo>
                  <a:lnTo>
                    <a:pt x="5347398" y="0"/>
                  </a:lnTo>
                  <a:close/>
                </a:path>
                <a:path w="5480050" h="16510">
                  <a:moveTo>
                    <a:pt x="5479427" y="0"/>
                  </a:moveTo>
                  <a:lnTo>
                    <a:pt x="5413413" y="0"/>
                  </a:lnTo>
                  <a:lnTo>
                    <a:pt x="5413413" y="16497"/>
                  </a:lnTo>
                  <a:lnTo>
                    <a:pt x="5479427" y="16497"/>
                  </a:lnTo>
                  <a:lnTo>
                    <a:pt x="5479427" y="0"/>
                  </a:lnTo>
                  <a:close/>
                </a:path>
              </a:pathLst>
            </a:custGeom>
            <a:solidFill>
              <a:srgbClr val="0C796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1533539" y="5327097"/>
            <a:ext cx="4841875" cy="2376805"/>
            <a:chOff x="11533539" y="5327097"/>
            <a:chExt cx="4841875" cy="2376805"/>
          </a:xfrm>
        </p:grpSpPr>
        <p:sp>
          <p:nvSpPr>
            <p:cNvPr id="29" name="object 29"/>
            <p:cNvSpPr/>
            <p:nvPr/>
          </p:nvSpPr>
          <p:spPr>
            <a:xfrm>
              <a:off x="11533531" y="6119304"/>
              <a:ext cx="2200910" cy="1584960"/>
            </a:xfrm>
            <a:custGeom>
              <a:avLst/>
              <a:gdLst/>
              <a:ahLst/>
              <a:cxnLst/>
              <a:rect l="l" t="t" r="r" b="b"/>
              <a:pathLst>
                <a:path w="2200909" h="1584959">
                  <a:moveTo>
                    <a:pt x="880237" y="874458"/>
                  </a:moveTo>
                  <a:lnTo>
                    <a:pt x="868603" y="836142"/>
                  </a:lnTo>
                  <a:lnTo>
                    <a:pt x="836307" y="803833"/>
                  </a:lnTo>
                  <a:lnTo>
                    <a:pt x="797991" y="792213"/>
                  </a:lnTo>
                  <a:lnTo>
                    <a:pt x="88023" y="792213"/>
                  </a:lnTo>
                  <a:lnTo>
                    <a:pt x="82245" y="792213"/>
                  </a:lnTo>
                  <a:lnTo>
                    <a:pt x="43929" y="803833"/>
                  </a:lnTo>
                  <a:lnTo>
                    <a:pt x="11620" y="836142"/>
                  </a:lnTo>
                  <a:lnTo>
                    <a:pt x="0" y="874458"/>
                  </a:lnTo>
                  <a:lnTo>
                    <a:pt x="0" y="1502168"/>
                  </a:lnTo>
                  <a:lnTo>
                    <a:pt x="11620" y="1540497"/>
                  </a:lnTo>
                  <a:lnTo>
                    <a:pt x="43929" y="1572793"/>
                  </a:lnTo>
                  <a:lnTo>
                    <a:pt x="82245" y="1584413"/>
                  </a:lnTo>
                  <a:lnTo>
                    <a:pt x="797991" y="1584413"/>
                  </a:lnTo>
                  <a:lnTo>
                    <a:pt x="836307" y="1572793"/>
                  </a:lnTo>
                  <a:lnTo>
                    <a:pt x="868603" y="1540497"/>
                  </a:lnTo>
                  <a:lnTo>
                    <a:pt x="880237" y="1502168"/>
                  </a:lnTo>
                  <a:lnTo>
                    <a:pt x="880237" y="874458"/>
                  </a:lnTo>
                  <a:close/>
                </a:path>
                <a:path w="2200909" h="1584959">
                  <a:moveTo>
                    <a:pt x="2200579" y="82245"/>
                  </a:moveTo>
                  <a:lnTo>
                    <a:pt x="2188946" y="43929"/>
                  </a:lnTo>
                  <a:lnTo>
                    <a:pt x="2156650" y="11633"/>
                  </a:lnTo>
                  <a:lnTo>
                    <a:pt x="2118334" y="0"/>
                  </a:lnTo>
                  <a:lnTo>
                    <a:pt x="1408366" y="0"/>
                  </a:lnTo>
                  <a:lnTo>
                    <a:pt x="1402588" y="0"/>
                  </a:lnTo>
                  <a:lnTo>
                    <a:pt x="1364272" y="11633"/>
                  </a:lnTo>
                  <a:lnTo>
                    <a:pt x="1331963" y="43929"/>
                  </a:lnTo>
                  <a:lnTo>
                    <a:pt x="1320342" y="82245"/>
                  </a:lnTo>
                  <a:lnTo>
                    <a:pt x="1320342" y="1502168"/>
                  </a:lnTo>
                  <a:lnTo>
                    <a:pt x="1331963" y="1540497"/>
                  </a:lnTo>
                  <a:lnTo>
                    <a:pt x="1364272" y="1572793"/>
                  </a:lnTo>
                  <a:lnTo>
                    <a:pt x="1402588" y="1584413"/>
                  </a:lnTo>
                  <a:lnTo>
                    <a:pt x="2118334" y="1584413"/>
                  </a:lnTo>
                  <a:lnTo>
                    <a:pt x="2156650" y="1572793"/>
                  </a:lnTo>
                  <a:lnTo>
                    <a:pt x="2188946" y="1540497"/>
                  </a:lnTo>
                  <a:lnTo>
                    <a:pt x="2200579" y="1502168"/>
                  </a:lnTo>
                  <a:lnTo>
                    <a:pt x="2200579" y="82245"/>
                  </a:lnTo>
                  <a:close/>
                </a:path>
              </a:pathLst>
            </a:custGeom>
            <a:solidFill>
              <a:srgbClr val="C3C8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4174226" y="6647440"/>
              <a:ext cx="880744" cy="1056640"/>
            </a:xfrm>
            <a:custGeom>
              <a:avLst/>
              <a:gdLst/>
              <a:ahLst/>
              <a:cxnLst/>
              <a:rect l="l" t="t" r="r" b="b"/>
              <a:pathLst>
                <a:path w="880744" h="1056640">
                  <a:moveTo>
                    <a:pt x="797985" y="1056274"/>
                  </a:moveTo>
                  <a:lnTo>
                    <a:pt x="82243" y="1056274"/>
                  </a:lnTo>
                  <a:lnTo>
                    <a:pt x="76519" y="1055710"/>
                  </a:lnTo>
                  <a:lnTo>
                    <a:pt x="34314" y="1038228"/>
                  </a:lnTo>
                  <a:lnTo>
                    <a:pt x="8911" y="1007276"/>
                  </a:lnTo>
                  <a:lnTo>
                    <a:pt x="0" y="974031"/>
                  </a:lnTo>
                  <a:lnTo>
                    <a:pt x="0" y="82243"/>
                  </a:lnTo>
                  <a:lnTo>
                    <a:pt x="11623" y="43925"/>
                  </a:lnTo>
                  <a:lnTo>
                    <a:pt x="43925" y="11623"/>
                  </a:lnTo>
                  <a:lnTo>
                    <a:pt x="82243" y="0"/>
                  </a:lnTo>
                  <a:lnTo>
                    <a:pt x="88022" y="0"/>
                  </a:lnTo>
                  <a:lnTo>
                    <a:pt x="797985" y="0"/>
                  </a:lnTo>
                  <a:lnTo>
                    <a:pt x="836302" y="11623"/>
                  </a:lnTo>
                  <a:lnTo>
                    <a:pt x="868604" y="43925"/>
                  </a:lnTo>
                  <a:lnTo>
                    <a:pt x="880228" y="82243"/>
                  </a:lnTo>
                  <a:lnTo>
                    <a:pt x="880228" y="974031"/>
                  </a:lnTo>
                  <a:lnTo>
                    <a:pt x="868604" y="1012348"/>
                  </a:lnTo>
                  <a:lnTo>
                    <a:pt x="836302" y="1044650"/>
                  </a:lnTo>
                  <a:lnTo>
                    <a:pt x="797985" y="1056274"/>
                  </a:lnTo>
                  <a:close/>
                </a:path>
              </a:pathLst>
            </a:custGeom>
            <a:solidFill>
              <a:srgbClr val="F1B6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5494570" y="5327097"/>
              <a:ext cx="880744" cy="2376805"/>
            </a:xfrm>
            <a:custGeom>
              <a:avLst/>
              <a:gdLst/>
              <a:ahLst/>
              <a:cxnLst/>
              <a:rect l="l" t="t" r="r" b="b"/>
              <a:pathLst>
                <a:path w="880744" h="2376804">
                  <a:moveTo>
                    <a:pt x="797985" y="2376618"/>
                  </a:moveTo>
                  <a:lnTo>
                    <a:pt x="82243" y="2376618"/>
                  </a:lnTo>
                  <a:lnTo>
                    <a:pt x="76518" y="2376054"/>
                  </a:lnTo>
                  <a:lnTo>
                    <a:pt x="34313" y="2358572"/>
                  </a:lnTo>
                  <a:lnTo>
                    <a:pt x="8911" y="2327619"/>
                  </a:lnTo>
                  <a:lnTo>
                    <a:pt x="0" y="2294375"/>
                  </a:lnTo>
                  <a:lnTo>
                    <a:pt x="0" y="82243"/>
                  </a:lnTo>
                  <a:lnTo>
                    <a:pt x="11623" y="43925"/>
                  </a:lnTo>
                  <a:lnTo>
                    <a:pt x="43924" y="11623"/>
                  </a:lnTo>
                  <a:lnTo>
                    <a:pt x="82243" y="0"/>
                  </a:lnTo>
                  <a:lnTo>
                    <a:pt x="88022" y="0"/>
                  </a:lnTo>
                  <a:lnTo>
                    <a:pt x="797985" y="0"/>
                  </a:lnTo>
                  <a:lnTo>
                    <a:pt x="836302" y="11623"/>
                  </a:lnTo>
                  <a:lnTo>
                    <a:pt x="868604" y="43925"/>
                  </a:lnTo>
                  <a:lnTo>
                    <a:pt x="880228" y="82243"/>
                  </a:lnTo>
                  <a:lnTo>
                    <a:pt x="880228" y="2294375"/>
                  </a:lnTo>
                  <a:lnTo>
                    <a:pt x="868604" y="2332692"/>
                  </a:lnTo>
                  <a:lnTo>
                    <a:pt x="836302" y="2364994"/>
                  </a:lnTo>
                  <a:lnTo>
                    <a:pt x="803709" y="2376054"/>
                  </a:lnTo>
                  <a:lnTo>
                    <a:pt x="797985" y="2376618"/>
                  </a:lnTo>
                  <a:close/>
                </a:path>
              </a:pathLst>
            </a:custGeom>
            <a:solidFill>
              <a:srgbClr val="0C79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1884709" y="5754502"/>
            <a:ext cx="2825115" cy="1108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105"/>
              </a:spcBef>
            </a:pPr>
            <a:r>
              <a:rPr dirty="0" sz="1900" spc="-50" b="1">
                <a:solidFill>
                  <a:srgbClr val="15203A"/>
                </a:solidFill>
                <a:latin typeface="Tahoma"/>
                <a:cs typeface="Tahoma"/>
              </a:rPr>
              <a:t>6</a:t>
            </a:r>
            <a:endParaRPr sz="1900">
              <a:latin typeface="Tahoma"/>
              <a:cs typeface="Tahoma"/>
            </a:endParaRPr>
          </a:p>
          <a:p>
            <a:pPr marL="2648585">
              <a:lnSpc>
                <a:spcPts val="2180"/>
              </a:lnSpc>
              <a:spcBef>
                <a:spcPts val="1875"/>
              </a:spcBef>
            </a:pPr>
            <a:r>
              <a:rPr dirty="0" sz="1900" spc="20" b="1">
                <a:solidFill>
                  <a:srgbClr val="15203A"/>
                </a:solidFill>
                <a:latin typeface="Tahoma"/>
                <a:cs typeface="Tahoma"/>
              </a:rPr>
              <a:t>4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ts val="2180"/>
              </a:lnSpc>
            </a:pPr>
            <a:r>
              <a:rPr dirty="0" sz="1900" spc="-50" b="1">
                <a:solidFill>
                  <a:srgbClr val="15203A"/>
                </a:solidFill>
                <a:latin typeface="Tahoma"/>
                <a:cs typeface="Tahoma"/>
              </a:rPr>
              <a:t>3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4096" y="7859514"/>
            <a:ext cx="111125" cy="13017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1679921" y="7800966"/>
            <a:ext cx="58293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7840" algn="l"/>
              </a:tabLst>
            </a:pPr>
            <a:r>
              <a:rPr dirty="0" sz="1350" spc="40">
                <a:solidFill>
                  <a:srgbClr val="646B7D"/>
                </a:solidFill>
                <a:latin typeface="Tahoma"/>
                <a:cs typeface="Tahoma"/>
              </a:rPr>
              <a:t>Run</a:t>
            </a:r>
            <a:r>
              <a:rPr dirty="0" sz="1350">
                <a:solidFill>
                  <a:srgbClr val="646B7D"/>
                </a:solidFill>
                <a:latin typeface="Tahoma"/>
                <a:cs typeface="Tahoma"/>
              </a:rPr>
              <a:t>	</a:t>
            </a:r>
            <a:r>
              <a:rPr dirty="0" sz="1350" spc="-125">
                <a:solidFill>
                  <a:srgbClr val="646B7D"/>
                </a:solidFill>
                <a:latin typeface="Tahoma"/>
                <a:cs typeface="Tahoma"/>
              </a:rPr>
              <a:t>1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70062" y="7859514"/>
            <a:ext cx="111125" cy="130175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2985888" y="7800966"/>
            <a:ext cx="61912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7840" algn="l"/>
              </a:tabLst>
            </a:pPr>
            <a:r>
              <a:rPr dirty="0" sz="1350" spc="40">
                <a:solidFill>
                  <a:srgbClr val="646B7D"/>
                </a:solidFill>
                <a:latin typeface="Tahoma"/>
                <a:cs typeface="Tahoma"/>
              </a:rPr>
              <a:t>Run</a:t>
            </a:r>
            <a:r>
              <a:rPr dirty="0" sz="1350">
                <a:solidFill>
                  <a:srgbClr val="646B7D"/>
                </a:solidFill>
                <a:latin typeface="Tahoma"/>
                <a:cs typeface="Tahoma"/>
              </a:rPr>
              <a:t>	</a:t>
            </a:r>
            <a:r>
              <a:rPr dirty="0" sz="1350" spc="50">
                <a:solidFill>
                  <a:srgbClr val="646B7D"/>
                </a:solidFill>
                <a:latin typeface="Tahoma"/>
                <a:cs typeface="Tahoma"/>
              </a:rPr>
              <a:t>2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90466" y="7859514"/>
            <a:ext cx="111125" cy="130175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4306291" y="7800966"/>
            <a:ext cx="62039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7840" algn="l"/>
              </a:tabLst>
            </a:pPr>
            <a:r>
              <a:rPr dirty="0" sz="1350" spc="40">
                <a:solidFill>
                  <a:srgbClr val="646B7D"/>
                </a:solidFill>
                <a:latin typeface="Tahoma"/>
                <a:cs typeface="Tahoma"/>
              </a:rPr>
              <a:t>Run</a:t>
            </a:r>
            <a:r>
              <a:rPr dirty="0" sz="1350">
                <a:solidFill>
                  <a:srgbClr val="646B7D"/>
                </a:solidFill>
                <a:latin typeface="Tahoma"/>
                <a:cs typeface="Tahoma"/>
              </a:rPr>
              <a:t>	</a:t>
            </a:r>
            <a:r>
              <a:rPr dirty="0" sz="1350" spc="65">
                <a:solidFill>
                  <a:srgbClr val="646B7D"/>
                </a:solidFill>
                <a:latin typeface="Tahoma"/>
                <a:cs typeface="Tahoma"/>
              </a:rPr>
              <a:t>3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10869" y="7859514"/>
            <a:ext cx="114300" cy="130175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5617169" y="7800966"/>
            <a:ext cx="640080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7365" algn="l"/>
              </a:tabLst>
            </a:pPr>
            <a:r>
              <a:rPr dirty="0" sz="1350" spc="-25" b="1">
                <a:solidFill>
                  <a:srgbClr val="15203A"/>
                </a:solidFill>
                <a:latin typeface="Tahoma"/>
                <a:cs typeface="Tahoma"/>
              </a:rPr>
              <a:t>Run</a:t>
            </a:r>
            <a:r>
              <a:rPr dirty="0" sz="1350" b="1">
                <a:solidFill>
                  <a:srgbClr val="15203A"/>
                </a:solidFill>
                <a:latin typeface="Tahoma"/>
                <a:cs typeface="Tahoma"/>
              </a:rPr>
              <a:t>	</a:t>
            </a:r>
            <a:r>
              <a:rPr dirty="0" sz="1350" spc="15" b="1">
                <a:solidFill>
                  <a:srgbClr val="15203A"/>
                </a:solidFill>
                <a:latin typeface="Tahoma"/>
                <a:cs typeface="Tahoma"/>
              </a:rPr>
              <a:t>4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763247" y="8610598"/>
            <a:ext cx="847725" cy="276225"/>
          </a:xfrm>
          <a:custGeom>
            <a:avLst/>
            <a:gdLst/>
            <a:ahLst/>
            <a:cxnLst/>
            <a:rect l="l" t="t" r="r" b="b"/>
            <a:pathLst>
              <a:path w="847725" h="276225">
                <a:moveTo>
                  <a:pt x="785428" y="276223"/>
                </a:moveTo>
                <a:lnTo>
                  <a:pt x="62297" y="276223"/>
                </a:lnTo>
                <a:lnTo>
                  <a:pt x="57961" y="275794"/>
                </a:lnTo>
                <a:lnTo>
                  <a:pt x="22624" y="259788"/>
                </a:lnTo>
                <a:lnTo>
                  <a:pt x="2134" y="226849"/>
                </a:lnTo>
                <a:lnTo>
                  <a:pt x="0" y="213923"/>
                </a:lnTo>
                <a:lnTo>
                  <a:pt x="1" y="209549"/>
                </a:lnTo>
                <a:lnTo>
                  <a:pt x="0" y="62296"/>
                </a:lnTo>
                <a:lnTo>
                  <a:pt x="13668" y="25988"/>
                </a:lnTo>
                <a:lnTo>
                  <a:pt x="45205" y="3397"/>
                </a:lnTo>
                <a:lnTo>
                  <a:pt x="62297" y="0"/>
                </a:lnTo>
                <a:lnTo>
                  <a:pt x="785428" y="0"/>
                </a:lnTo>
                <a:lnTo>
                  <a:pt x="821733" y="13666"/>
                </a:lnTo>
                <a:lnTo>
                  <a:pt x="844323" y="45201"/>
                </a:lnTo>
                <a:lnTo>
                  <a:pt x="847724" y="62296"/>
                </a:lnTo>
                <a:lnTo>
                  <a:pt x="847724" y="213923"/>
                </a:lnTo>
                <a:lnTo>
                  <a:pt x="834054" y="250226"/>
                </a:lnTo>
                <a:lnTo>
                  <a:pt x="802519" y="272820"/>
                </a:lnTo>
                <a:lnTo>
                  <a:pt x="789764" y="275794"/>
                </a:lnTo>
                <a:lnTo>
                  <a:pt x="785428" y="276223"/>
                </a:lnTo>
                <a:close/>
              </a:path>
            </a:pathLst>
          </a:custGeom>
          <a:solidFill>
            <a:srgbClr val="FAE3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846692" y="8645525"/>
            <a:ext cx="6711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D1451D"/>
                </a:solidFill>
                <a:latin typeface="Tahoma"/>
                <a:cs typeface="Tahoma"/>
              </a:rPr>
              <a:t>HO</a:t>
            </a:r>
            <a:r>
              <a:rPr dirty="0" sz="1050" spc="-14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050" spc="-25" b="1">
                <a:solidFill>
                  <a:srgbClr val="D1451D"/>
                </a:solidFill>
                <a:latin typeface="Tahoma"/>
                <a:cs typeface="Tahoma"/>
              </a:rPr>
              <a:t>N</a:t>
            </a:r>
            <a:r>
              <a:rPr dirty="0" sz="1050" spc="-135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050" spc="-20" b="1">
                <a:solidFill>
                  <a:srgbClr val="D1451D"/>
                </a:solidFill>
                <a:latin typeface="Tahoma"/>
                <a:cs typeface="Tahoma"/>
              </a:rPr>
              <a:t>E</a:t>
            </a:r>
            <a:r>
              <a:rPr dirty="0" sz="1050" spc="-114" b="1">
                <a:solidFill>
                  <a:srgbClr val="D1451D"/>
                </a:solidFill>
                <a:latin typeface="Tahoma"/>
                <a:cs typeface="Tahoma"/>
              </a:rPr>
              <a:t> </a:t>
            </a:r>
            <a:r>
              <a:rPr dirty="0" sz="1050" spc="65" b="1">
                <a:solidFill>
                  <a:srgbClr val="D1451D"/>
                </a:solidFill>
                <a:latin typeface="Tahoma"/>
                <a:cs typeface="Tahoma"/>
              </a:rPr>
              <a:t>ST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17585" y="8661400"/>
            <a:ext cx="111125" cy="130175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1733410" y="8556942"/>
            <a:ext cx="4833620" cy="539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  <a:tabLst>
                <a:tab pos="497840" algn="l"/>
              </a:tabLst>
            </a:pPr>
            <a:r>
              <a:rPr dirty="0" sz="1350" spc="35">
                <a:solidFill>
                  <a:srgbClr val="2A3653"/>
                </a:solidFill>
                <a:latin typeface="Tahoma"/>
                <a:cs typeface="Tahoma"/>
              </a:rPr>
              <a:t>Run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	</a:t>
            </a:r>
            <a:r>
              <a:rPr dirty="0" sz="1350" spc="114">
                <a:solidFill>
                  <a:srgbClr val="2A3653"/>
                </a:solidFill>
                <a:latin typeface="Tahoma"/>
                <a:cs typeface="Tahoma"/>
              </a:rPr>
              <a:t>3</a:t>
            </a:r>
            <a:r>
              <a:rPr dirty="0" sz="1350" spc="-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A3653"/>
                </a:solidFill>
                <a:latin typeface="Tahoma"/>
                <a:cs typeface="Tahoma"/>
              </a:rPr>
              <a:t>dropped</a:t>
            </a:r>
            <a:r>
              <a:rPr dirty="0" sz="135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to</a:t>
            </a:r>
            <a:r>
              <a:rPr dirty="0" sz="135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4/10.</a:t>
            </a:r>
            <a:r>
              <a:rPr dirty="0" sz="135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A3653"/>
                </a:solidFill>
                <a:latin typeface="Tahoma"/>
                <a:cs typeface="Tahoma"/>
              </a:rPr>
              <a:t>The</a:t>
            </a:r>
            <a:r>
              <a:rPr dirty="0" sz="135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A3653"/>
                </a:solidFill>
                <a:latin typeface="Tahoma"/>
                <a:cs typeface="Tahoma"/>
              </a:rPr>
              <a:t>fix</a:t>
            </a:r>
            <a:r>
              <a:rPr dirty="0" sz="135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for </a:t>
            </a:r>
            <a:r>
              <a:rPr dirty="0" sz="1350" spc="90">
                <a:solidFill>
                  <a:srgbClr val="2A3653"/>
                </a:solidFill>
                <a:latin typeface="Tahoma"/>
                <a:cs typeface="Tahoma"/>
              </a:rPr>
              <a:t>how</a:t>
            </a:r>
            <a:r>
              <a:rPr dirty="0" sz="1350" spc="-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A3653"/>
                </a:solidFill>
                <a:latin typeface="Tahoma"/>
                <a:cs typeface="Tahoma"/>
              </a:rPr>
              <a:t>trusted</a:t>
            </a:r>
            <a:r>
              <a:rPr dirty="0" sz="1350" spc="-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A3653"/>
                </a:solidFill>
                <a:latin typeface="Tahoma"/>
                <a:cs typeface="Tahoma"/>
              </a:rPr>
              <a:t>pages</a:t>
            </a:r>
            <a:r>
              <a:rPr dirty="0" sz="135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A3653"/>
                </a:solidFill>
                <a:latin typeface="Tahoma"/>
                <a:cs typeface="Tahoma"/>
              </a:rPr>
              <a:t>are </a:t>
            </a:r>
            <a:r>
              <a:rPr dirty="0" sz="1350" spc="65">
                <a:solidFill>
                  <a:srgbClr val="2A3653"/>
                </a:solidFill>
                <a:latin typeface="Tahoma"/>
                <a:cs typeface="Tahoma"/>
              </a:rPr>
              <a:t>read</a:t>
            </a:r>
            <a:r>
              <a:rPr dirty="0" sz="1350" spc="-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A3653"/>
                </a:solidFill>
                <a:latin typeface="Tahoma"/>
                <a:cs typeface="Tahoma"/>
              </a:rPr>
              <a:t>came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A3653"/>
                </a:solidFill>
                <a:latin typeface="Tahoma"/>
                <a:cs typeface="Tahoma"/>
              </a:rPr>
              <a:t>from</a:t>
            </a:r>
            <a:r>
              <a:rPr dirty="0" sz="1350" spc="-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653"/>
                </a:solidFill>
                <a:latin typeface="Tahoma"/>
                <a:cs typeface="Tahoma"/>
              </a:rPr>
              <a:t>that</a:t>
            </a:r>
            <a:r>
              <a:rPr dirty="0" sz="1350" spc="-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653"/>
                </a:solidFill>
                <a:latin typeface="Tahoma"/>
                <a:cs typeface="Tahoma"/>
              </a:rPr>
              <a:t>failure.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66799" y="9553573"/>
            <a:ext cx="16154400" cy="9525"/>
          </a:xfrm>
          <a:custGeom>
            <a:avLst/>
            <a:gdLst/>
            <a:ahLst/>
            <a:cxnLst/>
            <a:rect l="l" t="t" r="r" b="b"/>
            <a:pathLst>
              <a:path w="16154400" h="9525">
                <a:moveTo>
                  <a:pt x="16154398" y="9524"/>
                </a:moveTo>
                <a:lnTo>
                  <a:pt x="0" y="9524"/>
                </a:lnTo>
                <a:lnTo>
                  <a:pt x="0" y="0"/>
                </a:lnTo>
                <a:lnTo>
                  <a:pt x="16154398" y="0"/>
                </a:lnTo>
                <a:lnTo>
                  <a:pt x="16154398" y="9524"/>
                </a:lnTo>
                <a:close/>
              </a:path>
            </a:pathLst>
          </a:custGeom>
          <a:solidFill>
            <a:srgbClr val="E3D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54100" y="9693275"/>
            <a:ext cx="31781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Self-</a:t>
            </a:r>
            <a:r>
              <a:rPr dirty="0" sz="1250" spc="-50" b="1">
                <a:solidFill>
                  <a:srgbClr val="2A3653"/>
                </a:solidFill>
                <a:latin typeface="Tahoma"/>
                <a:cs typeface="Tahoma"/>
              </a:rPr>
              <a:t>Improving</a:t>
            </a:r>
            <a:r>
              <a:rPr dirty="0" sz="1250" spc="-3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250" spc="-9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Agent</a:t>
            </a:r>
            <a:r>
              <a:rPr dirty="0" sz="1250" spc="1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· 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Results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760700" y="9693275"/>
            <a:ext cx="147764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Shaik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05">
                <a:solidFill>
                  <a:srgbClr val="646B7D"/>
                </a:solidFill>
                <a:latin typeface="Tahoma"/>
                <a:cs typeface="Tahoma"/>
              </a:rPr>
              <a:t>Asad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Ahmed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857248"/>
            <a:ext cx="133349" cy="1333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0799" y="787400"/>
            <a:ext cx="333819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D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O</a:t>
            </a:r>
            <a:r>
              <a:rPr dirty="0" sz="1400" spc="4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G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3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G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3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-22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S</a:t>
            </a:r>
            <a:r>
              <a:rPr dirty="0" sz="1400" spc="34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400" spc="36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85" b="1">
                <a:solidFill>
                  <a:srgbClr val="646B7D"/>
                </a:solidFill>
                <a:latin typeface="Tahoma"/>
                <a:cs typeface="Tahoma"/>
              </a:rPr>
              <a:t>V</a:t>
            </a:r>
            <a:r>
              <a:rPr dirty="0" sz="14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40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r>
              <a:rPr dirty="0" sz="1400" spc="-229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P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75075" y="787400"/>
            <a:ext cx="7626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04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/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923448"/>
            <a:ext cx="9492615" cy="1506855"/>
          </a:xfrm>
          <a:prstGeom prst="rect">
            <a:avLst/>
          </a:prstGeom>
        </p:spPr>
        <p:txBody>
          <a:bodyPr wrap="square" lIns="0" tIns="371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25"/>
              </a:spcBef>
            </a:pPr>
            <a:r>
              <a:rPr dirty="0" sz="4650" spc="170" b="1">
                <a:solidFill>
                  <a:srgbClr val="15203A"/>
                </a:solidFill>
                <a:latin typeface="Cambria"/>
                <a:cs typeface="Cambria"/>
              </a:rPr>
              <a:t>What</a:t>
            </a:r>
            <a:r>
              <a:rPr dirty="0" sz="4650" spc="-21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55" b="1">
                <a:solidFill>
                  <a:srgbClr val="15203A"/>
                </a:solidFill>
                <a:latin typeface="Cambria"/>
                <a:cs typeface="Cambria"/>
              </a:rPr>
              <a:t>you</a:t>
            </a:r>
            <a:r>
              <a:rPr dirty="0" sz="4650" spc="-195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b="1">
                <a:solidFill>
                  <a:srgbClr val="15203A"/>
                </a:solidFill>
                <a:latin typeface="Cambria"/>
                <a:cs typeface="Cambria"/>
              </a:rPr>
              <a:t>see</a:t>
            </a:r>
            <a:r>
              <a:rPr dirty="0" sz="4650" spc="-200" b="1">
                <a:solidFill>
                  <a:srgbClr val="15203A"/>
                </a:solidFill>
                <a:latin typeface="Cambria"/>
                <a:cs typeface="Cambria"/>
              </a:rPr>
              <a:t> </a:t>
            </a:r>
            <a:r>
              <a:rPr dirty="0" sz="4650" spc="95" b="1" i="1">
                <a:solidFill>
                  <a:srgbClr val="C88109"/>
                </a:solidFill>
                <a:latin typeface="Cambria"/>
                <a:cs typeface="Cambria"/>
              </a:rPr>
              <a:t>in</a:t>
            </a:r>
            <a:r>
              <a:rPr dirty="0" sz="4650" spc="-275" b="1" i="1">
                <a:solidFill>
                  <a:srgbClr val="C88109"/>
                </a:solidFill>
                <a:latin typeface="Cambria"/>
                <a:cs typeface="Cambria"/>
              </a:rPr>
              <a:t> </a:t>
            </a:r>
            <a:r>
              <a:rPr dirty="0" sz="4650" b="1" i="1">
                <a:solidFill>
                  <a:srgbClr val="C88109"/>
                </a:solidFill>
                <a:latin typeface="Cambria"/>
                <a:cs typeface="Cambria"/>
              </a:rPr>
              <a:t>the</a:t>
            </a:r>
            <a:r>
              <a:rPr dirty="0" sz="4650" spc="-240" b="1" i="1">
                <a:solidFill>
                  <a:srgbClr val="C88109"/>
                </a:solidFill>
                <a:latin typeface="Cambria"/>
                <a:cs typeface="Cambria"/>
              </a:rPr>
              <a:t> </a:t>
            </a:r>
            <a:r>
              <a:rPr dirty="0" sz="4650" spc="-25" b="1" i="1">
                <a:solidFill>
                  <a:srgbClr val="C88109"/>
                </a:solidFill>
                <a:latin typeface="Cambria"/>
                <a:cs typeface="Cambria"/>
              </a:rPr>
              <a:t>app</a:t>
            </a:r>
            <a:endParaRPr sz="4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85">
                <a:solidFill>
                  <a:srgbClr val="2A3653"/>
                </a:solidFill>
                <a:latin typeface="Tahoma"/>
                <a:cs typeface="Tahoma"/>
              </a:rPr>
              <a:t>Live</a:t>
            </a:r>
            <a:r>
              <a:rPr dirty="0" sz="18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A3653"/>
                </a:solidFill>
                <a:latin typeface="Tahoma"/>
                <a:cs typeface="Tahoma"/>
              </a:rPr>
              <a:t>at</a:t>
            </a:r>
            <a:r>
              <a:rPr dirty="0" sz="18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3345C3"/>
                </a:solidFill>
                <a:latin typeface="Courier New"/>
                <a:cs typeface="Courier New"/>
              </a:rPr>
              <a:t>asad-research-</a:t>
            </a:r>
            <a:r>
              <a:rPr dirty="0" sz="1800" spc="-35">
                <a:solidFill>
                  <a:srgbClr val="3345C3"/>
                </a:solidFill>
                <a:latin typeface="Courier New"/>
                <a:cs typeface="Courier New"/>
              </a:rPr>
              <a:t>agent.streamlit.app</a:t>
            </a:r>
            <a:r>
              <a:rPr dirty="0" sz="1800" spc="-540">
                <a:solidFill>
                  <a:srgbClr val="3345C3"/>
                </a:solidFill>
                <a:latin typeface="Courier New"/>
                <a:cs typeface="Courier New"/>
              </a:rPr>
              <a:t> </a:t>
            </a:r>
            <a:r>
              <a:rPr dirty="0" sz="1800" spc="145">
                <a:solidFill>
                  <a:srgbClr val="2A3653"/>
                </a:solidFill>
                <a:latin typeface="Tahoma"/>
                <a:cs typeface="Tahoma"/>
              </a:rPr>
              <a:t>—</a:t>
            </a:r>
            <a:r>
              <a:rPr dirty="0" sz="18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A3653"/>
                </a:solidFill>
                <a:latin typeface="Tahoma"/>
                <a:cs typeface="Tahoma"/>
              </a:rPr>
              <a:t>run</a:t>
            </a:r>
            <a:r>
              <a:rPr dirty="0" sz="180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8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A3653"/>
                </a:solidFill>
                <a:latin typeface="Tahoma"/>
                <a:cs typeface="Tahoma"/>
              </a:rPr>
              <a:t>task,</a:t>
            </a:r>
            <a:r>
              <a:rPr dirty="0" sz="18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A3653"/>
                </a:solidFill>
                <a:latin typeface="Tahoma"/>
                <a:cs typeface="Tahoma"/>
              </a:rPr>
              <a:t>or</a:t>
            </a:r>
            <a:r>
              <a:rPr dirty="0" sz="18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2A3653"/>
                </a:solidFill>
                <a:latin typeface="Tahoma"/>
                <a:cs typeface="Tahoma"/>
              </a:rPr>
              <a:t>replay</a:t>
            </a:r>
            <a:r>
              <a:rPr dirty="0" sz="18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800" spc="-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2A3653"/>
                </a:solidFill>
                <a:latin typeface="Tahoma"/>
                <a:cs typeface="Tahoma"/>
              </a:rPr>
              <a:t>recorded</a:t>
            </a:r>
            <a:r>
              <a:rPr dirty="0" sz="1800" spc="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A3653"/>
                </a:solidFill>
                <a:latin typeface="Tahoma"/>
                <a:cs typeface="Tahoma"/>
              </a:rPr>
              <a:t>one.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66799" y="2733673"/>
            <a:ext cx="3714750" cy="3219450"/>
            <a:chOff x="1066799" y="2733673"/>
            <a:chExt cx="3714750" cy="3219450"/>
          </a:xfrm>
        </p:grpSpPr>
        <p:sp>
          <p:nvSpPr>
            <p:cNvPr id="7" name="object 7"/>
            <p:cNvSpPr/>
            <p:nvPr/>
          </p:nvSpPr>
          <p:spPr>
            <a:xfrm>
              <a:off x="1071562" y="2738438"/>
              <a:ext cx="3705225" cy="3209925"/>
            </a:xfrm>
            <a:custGeom>
              <a:avLst/>
              <a:gdLst/>
              <a:ahLst/>
              <a:cxnLst/>
              <a:rect l="l" t="t" r="r" b="b"/>
              <a:pathLst>
                <a:path w="3705225" h="3209925">
                  <a:moveTo>
                    <a:pt x="3507144" y="3209920"/>
                  </a:moveTo>
                  <a:lnTo>
                    <a:pt x="198080" y="3209920"/>
                  </a:lnTo>
                  <a:lnTo>
                    <a:pt x="191389" y="3209590"/>
                  </a:lnTo>
                  <a:lnTo>
                    <a:pt x="151759" y="3203048"/>
                  </a:lnTo>
                  <a:lnTo>
                    <a:pt x="114166" y="3188898"/>
                  </a:lnTo>
                  <a:lnTo>
                    <a:pt x="80056" y="3167690"/>
                  </a:lnTo>
                  <a:lnTo>
                    <a:pt x="50739" y="3140236"/>
                  </a:lnTo>
                  <a:lnTo>
                    <a:pt x="27342" y="3107585"/>
                  </a:lnTo>
                  <a:lnTo>
                    <a:pt x="10764" y="3070998"/>
                  </a:lnTo>
                  <a:lnTo>
                    <a:pt x="1643" y="3031884"/>
                  </a:lnTo>
                  <a:lnTo>
                    <a:pt x="0" y="3005135"/>
                  </a:lnTo>
                  <a:lnTo>
                    <a:pt x="0" y="198079"/>
                  </a:lnTo>
                  <a:lnTo>
                    <a:pt x="5243" y="158251"/>
                  </a:lnTo>
                  <a:lnTo>
                    <a:pt x="18155" y="120215"/>
                  </a:lnTo>
                  <a:lnTo>
                    <a:pt x="38239" y="85432"/>
                  </a:lnTo>
                  <a:lnTo>
                    <a:pt x="64723" y="55236"/>
                  </a:lnTo>
                  <a:lnTo>
                    <a:pt x="96590" y="30784"/>
                  </a:lnTo>
                  <a:lnTo>
                    <a:pt x="132615" y="13020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507144" y="0"/>
                  </a:lnTo>
                  <a:lnTo>
                    <a:pt x="3546967" y="5241"/>
                  </a:lnTo>
                  <a:lnTo>
                    <a:pt x="3585001" y="18150"/>
                  </a:lnTo>
                  <a:lnTo>
                    <a:pt x="3619787" y="38237"/>
                  </a:lnTo>
                  <a:lnTo>
                    <a:pt x="3649986" y="64722"/>
                  </a:lnTo>
                  <a:lnTo>
                    <a:pt x="3674437" y="96585"/>
                  </a:lnTo>
                  <a:lnTo>
                    <a:pt x="3692202" y="132608"/>
                  </a:lnTo>
                  <a:lnTo>
                    <a:pt x="3702598" y="171410"/>
                  </a:lnTo>
                  <a:lnTo>
                    <a:pt x="3705224" y="198079"/>
                  </a:lnTo>
                  <a:lnTo>
                    <a:pt x="3705224" y="3011843"/>
                  </a:lnTo>
                  <a:lnTo>
                    <a:pt x="3699980" y="3051664"/>
                  </a:lnTo>
                  <a:lnTo>
                    <a:pt x="3687069" y="3089697"/>
                  </a:lnTo>
                  <a:lnTo>
                    <a:pt x="3666984" y="3124483"/>
                  </a:lnTo>
                  <a:lnTo>
                    <a:pt x="3640501" y="3154684"/>
                  </a:lnTo>
                  <a:lnTo>
                    <a:pt x="3608633" y="3179134"/>
                  </a:lnTo>
                  <a:lnTo>
                    <a:pt x="3572609" y="3196898"/>
                  </a:lnTo>
                  <a:lnTo>
                    <a:pt x="3533810" y="3207292"/>
                  </a:lnTo>
                  <a:lnTo>
                    <a:pt x="3507144" y="3209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1562" y="2738436"/>
              <a:ext cx="3705225" cy="3209925"/>
            </a:xfrm>
            <a:custGeom>
              <a:avLst/>
              <a:gdLst/>
              <a:ahLst/>
              <a:cxnLst/>
              <a:rect l="l" t="t" r="r" b="b"/>
              <a:pathLst>
                <a:path w="3705225" h="3209925">
                  <a:moveTo>
                    <a:pt x="0" y="30051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5243" y="158253"/>
                  </a:lnTo>
                  <a:lnTo>
                    <a:pt x="18155" y="120217"/>
                  </a:lnTo>
                  <a:lnTo>
                    <a:pt x="38239" y="85434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08251" y="24180"/>
                  </a:lnTo>
                  <a:lnTo>
                    <a:pt x="114166" y="21016"/>
                  </a:lnTo>
                  <a:lnTo>
                    <a:pt x="145340" y="8818"/>
                  </a:lnTo>
                  <a:lnTo>
                    <a:pt x="151759" y="6871"/>
                  </a:lnTo>
                  <a:lnTo>
                    <a:pt x="191389" y="330"/>
                  </a:lnTo>
                  <a:lnTo>
                    <a:pt x="204787" y="0"/>
                  </a:lnTo>
                  <a:lnTo>
                    <a:pt x="3500437" y="0"/>
                  </a:lnTo>
                  <a:lnTo>
                    <a:pt x="3507144" y="1"/>
                  </a:lnTo>
                  <a:lnTo>
                    <a:pt x="3513835" y="330"/>
                  </a:lnTo>
                  <a:lnTo>
                    <a:pt x="3520509" y="988"/>
                  </a:lnTo>
                  <a:lnTo>
                    <a:pt x="3527184" y="1646"/>
                  </a:lnTo>
                  <a:lnTo>
                    <a:pt x="3559883" y="8820"/>
                  </a:lnTo>
                  <a:lnTo>
                    <a:pt x="3566301" y="10767"/>
                  </a:lnTo>
                  <a:lnTo>
                    <a:pt x="3572608" y="13022"/>
                  </a:lnTo>
                  <a:lnTo>
                    <a:pt x="3578805" y="15587"/>
                  </a:lnTo>
                  <a:lnTo>
                    <a:pt x="3585001" y="18152"/>
                  </a:lnTo>
                  <a:lnTo>
                    <a:pt x="3591057" y="21016"/>
                  </a:lnTo>
                  <a:lnTo>
                    <a:pt x="3596972" y="24180"/>
                  </a:lnTo>
                  <a:lnTo>
                    <a:pt x="3602887" y="27342"/>
                  </a:lnTo>
                  <a:lnTo>
                    <a:pt x="3635537" y="50740"/>
                  </a:lnTo>
                  <a:lnTo>
                    <a:pt x="3658739" y="74872"/>
                  </a:lnTo>
                  <a:lnTo>
                    <a:pt x="3662994" y="80055"/>
                  </a:lnTo>
                  <a:lnTo>
                    <a:pt x="3684204" y="114162"/>
                  </a:lnTo>
                  <a:lnTo>
                    <a:pt x="3698352" y="151753"/>
                  </a:lnTo>
                  <a:lnTo>
                    <a:pt x="3701289" y="164832"/>
                  </a:lnTo>
                  <a:lnTo>
                    <a:pt x="3702598" y="171412"/>
                  </a:lnTo>
                  <a:lnTo>
                    <a:pt x="3703581" y="178040"/>
                  </a:lnTo>
                  <a:lnTo>
                    <a:pt x="3704238" y="184714"/>
                  </a:lnTo>
                  <a:lnTo>
                    <a:pt x="3704895" y="191390"/>
                  </a:lnTo>
                  <a:lnTo>
                    <a:pt x="3705224" y="198080"/>
                  </a:lnTo>
                  <a:lnTo>
                    <a:pt x="3705224" y="204787"/>
                  </a:lnTo>
                  <a:lnTo>
                    <a:pt x="3705224" y="3005137"/>
                  </a:lnTo>
                  <a:lnTo>
                    <a:pt x="3705224" y="3011845"/>
                  </a:lnTo>
                  <a:lnTo>
                    <a:pt x="3704895" y="3018536"/>
                  </a:lnTo>
                  <a:lnTo>
                    <a:pt x="3704238" y="3025210"/>
                  </a:lnTo>
                  <a:lnTo>
                    <a:pt x="3703581" y="3031886"/>
                  </a:lnTo>
                  <a:lnTo>
                    <a:pt x="3702598" y="3038511"/>
                  </a:lnTo>
                  <a:lnTo>
                    <a:pt x="3701289" y="3045087"/>
                  </a:lnTo>
                  <a:lnTo>
                    <a:pt x="3699980" y="3051666"/>
                  </a:lnTo>
                  <a:lnTo>
                    <a:pt x="3689635" y="3083502"/>
                  </a:lnTo>
                  <a:lnTo>
                    <a:pt x="3687069" y="3089699"/>
                  </a:lnTo>
                  <a:lnTo>
                    <a:pt x="3684205" y="3095755"/>
                  </a:lnTo>
                  <a:lnTo>
                    <a:pt x="3681043" y="3101671"/>
                  </a:lnTo>
                  <a:lnTo>
                    <a:pt x="3677881" y="3107587"/>
                  </a:lnTo>
                  <a:lnTo>
                    <a:pt x="3674437" y="3113332"/>
                  </a:lnTo>
                  <a:lnTo>
                    <a:pt x="3670711" y="3118906"/>
                  </a:lnTo>
                  <a:lnTo>
                    <a:pt x="3666984" y="3124485"/>
                  </a:lnTo>
                  <a:lnTo>
                    <a:pt x="3645243" y="3149942"/>
                  </a:lnTo>
                  <a:lnTo>
                    <a:pt x="3640501" y="3154686"/>
                  </a:lnTo>
                  <a:lnTo>
                    <a:pt x="3635537" y="3159186"/>
                  </a:lnTo>
                  <a:lnTo>
                    <a:pt x="3630352" y="3163438"/>
                  </a:lnTo>
                  <a:lnTo>
                    <a:pt x="3625168" y="3167692"/>
                  </a:lnTo>
                  <a:lnTo>
                    <a:pt x="3619787" y="3171682"/>
                  </a:lnTo>
                  <a:lnTo>
                    <a:pt x="3614210" y="3175408"/>
                  </a:lnTo>
                  <a:lnTo>
                    <a:pt x="3608633" y="3179136"/>
                  </a:lnTo>
                  <a:lnTo>
                    <a:pt x="3602887" y="3182580"/>
                  </a:lnTo>
                  <a:lnTo>
                    <a:pt x="3596972" y="3185739"/>
                  </a:lnTo>
                  <a:lnTo>
                    <a:pt x="3591057" y="3188900"/>
                  </a:lnTo>
                  <a:lnTo>
                    <a:pt x="3585002" y="3191765"/>
                  </a:lnTo>
                  <a:lnTo>
                    <a:pt x="3578805" y="3194332"/>
                  </a:lnTo>
                  <a:lnTo>
                    <a:pt x="3572609" y="3196900"/>
                  </a:lnTo>
                  <a:lnTo>
                    <a:pt x="3566302" y="3199155"/>
                  </a:lnTo>
                  <a:lnTo>
                    <a:pt x="3559883" y="3201101"/>
                  </a:lnTo>
                  <a:lnTo>
                    <a:pt x="3553465" y="3203050"/>
                  </a:lnTo>
                  <a:lnTo>
                    <a:pt x="3546967" y="3204678"/>
                  </a:lnTo>
                  <a:lnTo>
                    <a:pt x="3540388" y="3205985"/>
                  </a:lnTo>
                  <a:lnTo>
                    <a:pt x="3533810" y="3207294"/>
                  </a:lnTo>
                  <a:lnTo>
                    <a:pt x="3527184" y="3208277"/>
                  </a:lnTo>
                  <a:lnTo>
                    <a:pt x="3520509" y="3208936"/>
                  </a:lnTo>
                  <a:lnTo>
                    <a:pt x="3513835" y="3209594"/>
                  </a:lnTo>
                  <a:lnTo>
                    <a:pt x="3507144" y="3209922"/>
                  </a:lnTo>
                  <a:lnTo>
                    <a:pt x="3500437" y="3209924"/>
                  </a:lnTo>
                  <a:lnTo>
                    <a:pt x="204787" y="3209924"/>
                  </a:lnTo>
                  <a:lnTo>
                    <a:pt x="198080" y="3209922"/>
                  </a:lnTo>
                  <a:lnTo>
                    <a:pt x="191389" y="3209592"/>
                  </a:lnTo>
                  <a:lnTo>
                    <a:pt x="184714" y="3208934"/>
                  </a:lnTo>
                  <a:lnTo>
                    <a:pt x="178039" y="3208277"/>
                  </a:lnTo>
                  <a:lnTo>
                    <a:pt x="171413" y="3207294"/>
                  </a:lnTo>
                  <a:lnTo>
                    <a:pt x="164835" y="3205985"/>
                  </a:lnTo>
                  <a:lnTo>
                    <a:pt x="158257" y="3204678"/>
                  </a:lnTo>
                  <a:lnTo>
                    <a:pt x="126418" y="3194332"/>
                  </a:lnTo>
                  <a:lnTo>
                    <a:pt x="120222" y="3191765"/>
                  </a:lnTo>
                  <a:lnTo>
                    <a:pt x="114166" y="3188900"/>
                  </a:lnTo>
                  <a:lnTo>
                    <a:pt x="108251" y="3185739"/>
                  </a:lnTo>
                  <a:lnTo>
                    <a:pt x="102336" y="3182580"/>
                  </a:lnTo>
                  <a:lnTo>
                    <a:pt x="96590" y="3179133"/>
                  </a:lnTo>
                  <a:lnTo>
                    <a:pt x="91013" y="3175406"/>
                  </a:lnTo>
                  <a:lnTo>
                    <a:pt x="85436" y="3171682"/>
                  </a:lnTo>
                  <a:lnTo>
                    <a:pt x="80056" y="3167692"/>
                  </a:lnTo>
                  <a:lnTo>
                    <a:pt x="74871" y="3163437"/>
                  </a:lnTo>
                  <a:lnTo>
                    <a:pt x="69687" y="3159184"/>
                  </a:lnTo>
                  <a:lnTo>
                    <a:pt x="64723" y="3154686"/>
                  </a:lnTo>
                  <a:lnTo>
                    <a:pt x="59980" y="3149942"/>
                  </a:lnTo>
                  <a:lnTo>
                    <a:pt x="55238" y="3145200"/>
                  </a:lnTo>
                  <a:lnTo>
                    <a:pt x="34512" y="3118906"/>
                  </a:lnTo>
                  <a:lnTo>
                    <a:pt x="30786" y="3113332"/>
                  </a:lnTo>
                  <a:lnTo>
                    <a:pt x="27342" y="3107587"/>
                  </a:lnTo>
                  <a:lnTo>
                    <a:pt x="24180" y="3101671"/>
                  </a:lnTo>
                  <a:lnTo>
                    <a:pt x="21019" y="3095755"/>
                  </a:lnTo>
                  <a:lnTo>
                    <a:pt x="18155" y="3089699"/>
                  </a:lnTo>
                  <a:lnTo>
                    <a:pt x="15588" y="3083502"/>
                  </a:lnTo>
                  <a:lnTo>
                    <a:pt x="13021" y="3077307"/>
                  </a:lnTo>
                  <a:lnTo>
                    <a:pt x="3934" y="3045087"/>
                  </a:lnTo>
                  <a:lnTo>
                    <a:pt x="2626" y="3038511"/>
                  </a:lnTo>
                  <a:lnTo>
                    <a:pt x="1643" y="3031886"/>
                  </a:lnTo>
                  <a:lnTo>
                    <a:pt x="986" y="3025210"/>
                  </a:lnTo>
                  <a:lnTo>
                    <a:pt x="328" y="3018536"/>
                  </a:lnTo>
                  <a:lnTo>
                    <a:pt x="0" y="3011845"/>
                  </a:lnTo>
                  <a:lnTo>
                    <a:pt x="0" y="3005137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43024" y="300989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6"/>
                  </a:lnTo>
                  <a:lnTo>
                    <a:pt x="94749" y="525046"/>
                  </a:lnTo>
                  <a:lnTo>
                    <a:pt x="57756" y="505272"/>
                  </a:lnTo>
                  <a:lnTo>
                    <a:pt x="28120" y="475638"/>
                  </a:lnTo>
                  <a:lnTo>
                    <a:pt x="8347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50" y="101396"/>
                  </a:lnTo>
                  <a:lnTo>
                    <a:pt x="24078" y="63491"/>
                  </a:lnTo>
                  <a:lnTo>
                    <a:pt x="52234" y="32425"/>
                  </a:lnTo>
                  <a:lnTo>
                    <a:pt x="88198" y="10871"/>
                  </a:lnTo>
                  <a:lnTo>
                    <a:pt x="128870" y="687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9" y="6146"/>
                  </a:lnTo>
                  <a:lnTo>
                    <a:pt x="469901" y="24072"/>
                  </a:lnTo>
                  <a:lnTo>
                    <a:pt x="500969" y="52232"/>
                  </a:lnTo>
                  <a:lnTo>
                    <a:pt x="522524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9" y="431995"/>
                  </a:lnTo>
                  <a:lnTo>
                    <a:pt x="509321" y="469899"/>
                  </a:lnTo>
                  <a:lnTo>
                    <a:pt x="481164" y="500963"/>
                  </a:lnTo>
                  <a:lnTo>
                    <a:pt x="445200" y="522516"/>
                  </a:lnTo>
                  <a:lnTo>
                    <a:pt x="404529" y="532709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E7E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20824" y="3187699"/>
              <a:ext cx="177800" cy="133350"/>
            </a:xfrm>
            <a:custGeom>
              <a:avLst/>
              <a:gdLst/>
              <a:ahLst/>
              <a:cxnLst/>
              <a:rect l="l" t="t" r="r" b="b"/>
              <a:pathLst>
                <a:path w="177800" h="133350">
                  <a:moveTo>
                    <a:pt x="0" y="22224"/>
                  </a:moveTo>
                  <a:lnTo>
                    <a:pt x="22224" y="44449"/>
                  </a:lnTo>
                  <a:lnTo>
                    <a:pt x="66674" y="0"/>
                  </a:lnTo>
                </a:path>
                <a:path w="177800" h="133350">
                  <a:moveTo>
                    <a:pt x="0" y="111124"/>
                  </a:moveTo>
                  <a:lnTo>
                    <a:pt x="22224" y="133349"/>
                  </a:lnTo>
                  <a:lnTo>
                    <a:pt x="66674" y="88899"/>
                  </a:lnTo>
                </a:path>
                <a:path w="177800" h="133350">
                  <a:moveTo>
                    <a:pt x="111124" y="22224"/>
                  </a:moveTo>
                  <a:lnTo>
                    <a:pt x="177799" y="22224"/>
                  </a:lnTo>
                </a:path>
                <a:path w="177800" h="133350">
                  <a:moveTo>
                    <a:pt x="111124" y="111124"/>
                  </a:moveTo>
                  <a:lnTo>
                    <a:pt x="177799" y="111124"/>
                  </a:lnTo>
                </a:path>
              </a:pathLst>
            </a:custGeom>
            <a:ln w="26669">
              <a:solidFill>
                <a:srgbClr val="3345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05024" y="4676773"/>
              <a:ext cx="819150" cy="295275"/>
            </a:xfrm>
            <a:custGeom>
              <a:avLst/>
              <a:gdLst/>
              <a:ahLst/>
              <a:cxnLst/>
              <a:rect l="l" t="t" r="r" b="b"/>
              <a:pathLst>
                <a:path w="819150" h="295275">
                  <a:moveTo>
                    <a:pt x="765752" y="295273"/>
                  </a:moveTo>
                  <a:lnTo>
                    <a:pt x="53397" y="295273"/>
                  </a:lnTo>
                  <a:lnTo>
                    <a:pt x="49681" y="294905"/>
                  </a:lnTo>
                  <a:lnTo>
                    <a:pt x="14085" y="275881"/>
                  </a:lnTo>
                  <a:lnTo>
                    <a:pt x="0" y="241875"/>
                  </a:lnTo>
                  <a:lnTo>
                    <a:pt x="0" y="238124"/>
                  </a:lnTo>
                  <a:lnTo>
                    <a:pt x="0" y="53394"/>
                  </a:lnTo>
                  <a:lnTo>
                    <a:pt x="19392" y="14082"/>
                  </a:lnTo>
                  <a:lnTo>
                    <a:pt x="53397" y="0"/>
                  </a:lnTo>
                  <a:lnTo>
                    <a:pt x="765752" y="0"/>
                  </a:lnTo>
                  <a:lnTo>
                    <a:pt x="805064" y="19389"/>
                  </a:lnTo>
                  <a:lnTo>
                    <a:pt x="819150" y="53394"/>
                  </a:lnTo>
                  <a:lnTo>
                    <a:pt x="819150" y="241875"/>
                  </a:lnTo>
                  <a:lnTo>
                    <a:pt x="799757" y="281187"/>
                  </a:lnTo>
                  <a:lnTo>
                    <a:pt x="769468" y="294905"/>
                  </a:lnTo>
                  <a:lnTo>
                    <a:pt x="765752" y="295273"/>
                  </a:lnTo>
                  <a:close/>
                </a:path>
              </a:pathLst>
            </a:custGeom>
            <a:solidFill>
              <a:srgbClr val="F0EC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330324" y="3562984"/>
            <a:ext cx="2730500" cy="138493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Live</a:t>
            </a:r>
            <a:r>
              <a:rPr dirty="0" sz="1950" spc="-14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50" b="1">
                <a:solidFill>
                  <a:srgbClr val="15203A"/>
                </a:solidFill>
                <a:latin typeface="Tahoma"/>
                <a:cs typeface="Tahoma"/>
              </a:rPr>
              <a:t>plan</a:t>
            </a:r>
            <a:r>
              <a:rPr dirty="0" sz="1950" spc="-114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checklist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22900"/>
              </a:lnSpc>
              <a:spcBef>
                <a:spcPts val="545"/>
              </a:spcBef>
            </a:pP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Steps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tick</a:t>
            </a:r>
            <a:r>
              <a:rPr dirty="0" sz="150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off</a:t>
            </a:r>
            <a:r>
              <a:rPr dirty="0" sz="1500" spc="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20">
                <a:solidFill>
                  <a:srgbClr val="646B7D"/>
                </a:solidFill>
                <a:latin typeface="Tahoma"/>
                <a:cs typeface="Tahoma"/>
              </a:rPr>
              <a:t>as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they</a:t>
            </a:r>
            <a:r>
              <a:rPr dirty="0" sz="15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finish.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Steps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the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critic</a:t>
            </a:r>
            <a:r>
              <a:rPr dirty="0" sz="1500" spc="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asked</a:t>
            </a:r>
            <a:r>
              <a:rPr dirty="0" sz="150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for</a:t>
            </a:r>
            <a:r>
              <a:rPr dirty="0" sz="1500" spc="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646B7D"/>
                </a:solidFill>
                <a:latin typeface="Tahoma"/>
                <a:cs typeface="Tahoma"/>
              </a:rPr>
              <a:t>are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marked</a:t>
            </a:r>
            <a:r>
              <a:rPr dirty="0" sz="1500" spc="45">
                <a:solidFill>
                  <a:srgbClr val="646B7D"/>
                </a:solidFill>
                <a:latin typeface="Tahoma"/>
                <a:cs typeface="Tahoma"/>
              </a:rPr>
              <a:t>  </a:t>
            </a:r>
            <a:r>
              <a:rPr dirty="0" sz="1500" spc="-10">
                <a:solidFill>
                  <a:srgbClr val="646B7D"/>
                </a:solidFill>
                <a:latin typeface="Courier New"/>
                <a:cs typeface="Courier New"/>
              </a:rPr>
              <a:t>fix-</a:t>
            </a:r>
            <a:r>
              <a:rPr dirty="0" sz="1500">
                <a:solidFill>
                  <a:srgbClr val="646B7D"/>
                </a:solidFill>
                <a:latin typeface="Courier New"/>
                <a:cs typeface="Courier New"/>
              </a:rPr>
              <a:t>up</a:t>
            </a:r>
            <a:r>
              <a:rPr dirty="0" sz="1500" spc="-380">
                <a:solidFill>
                  <a:srgbClr val="646B7D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646B7D"/>
                </a:solidFill>
                <a:latin typeface="Tahoma"/>
                <a:cs typeface="Tahoma"/>
              </a:rPr>
              <a:t>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0324" y="5473699"/>
            <a:ext cx="127762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5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100" spc="204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TAB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72049" y="2733673"/>
            <a:ext cx="3714750" cy="3219450"/>
            <a:chOff x="4972049" y="2733673"/>
            <a:chExt cx="3714750" cy="3219450"/>
          </a:xfrm>
        </p:grpSpPr>
        <p:sp>
          <p:nvSpPr>
            <p:cNvPr id="15" name="object 15"/>
            <p:cNvSpPr/>
            <p:nvPr/>
          </p:nvSpPr>
          <p:spPr>
            <a:xfrm>
              <a:off x="4976811" y="2738438"/>
              <a:ext cx="3705225" cy="3209925"/>
            </a:xfrm>
            <a:custGeom>
              <a:avLst/>
              <a:gdLst/>
              <a:ahLst/>
              <a:cxnLst/>
              <a:rect l="l" t="t" r="r" b="b"/>
              <a:pathLst>
                <a:path w="3705225" h="3209925">
                  <a:moveTo>
                    <a:pt x="3507144" y="3209920"/>
                  </a:moveTo>
                  <a:lnTo>
                    <a:pt x="198081" y="3209920"/>
                  </a:lnTo>
                  <a:lnTo>
                    <a:pt x="191390" y="3209590"/>
                  </a:lnTo>
                  <a:lnTo>
                    <a:pt x="151759" y="3203048"/>
                  </a:lnTo>
                  <a:lnTo>
                    <a:pt x="114167" y="3188898"/>
                  </a:lnTo>
                  <a:lnTo>
                    <a:pt x="80056" y="3167690"/>
                  </a:lnTo>
                  <a:lnTo>
                    <a:pt x="50739" y="3140236"/>
                  </a:lnTo>
                  <a:lnTo>
                    <a:pt x="27343" y="3107585"/>
                  </a:lnTo>
                  <a:lnTo>
                    <a:pt x="10765" y="3070998"/>
                  </a:lnTo>
                  <a:lnTo>
                    <a:pt x="1644" y="3031884"/>
                  </a:lnTo>
                  <a:lnTo>
                    <a:pt x="0" y="3011843"/>
                  </a:lnTo>
                  <a:lnTo>
                    <a:pt x="0" y="3005135"/>
                  </a:lnTo>
                  <a:lnTo>
                    <a:pt x="0" y="198079"/>
                  </a:lnTo>
                  <a:lnTo>
                    <a:pt x="5243" y="158251"/>
                  </a:lnTo>
                  <a:lnTo>
                    <a:pt x="18155" y="120215"/>
                  </a:lnTo>
                  <a:lnTo>
                    <a:pt x="38239" y="85432"/>
                  </a:lnTo>
                  <a:lnTo>
                    <a:pt x="64723" y="55236"/>
                  </a:lnTo>
                  <a:lnTo>
                    <a:pt x="96590" y="30784"/>
                  </a:lnTo>
                  <a:lnTo>
                    <a:pt x="132615" y="13020"/>
                  </a:lnTo>
                  <a:lnTo>
                    <a:pt x="171413" y="2626"/>
                  </a:lnTo>
                  <a:lnTo>
                    <a:pt x="198081" y="0"/>
                  </a:lnTo>
                  <a:lnTo>
                    <a:pt x="3507144" y="0"/>
                  </a:lnTo>
                  <a:lnTo>
                    <a:pt x="3546967" y="5241"/>
                  </a:lnTo>
                  <a:lnTo>
                    <a:pt x="3585002" y="18150"/>
                  </a:lnTo>
                  <a:lnTo>
                    <a:pt x="3619786" y="38237"/>
                  </a:lnTo>
                  <a:lnTo>
                    <a:pt x="3649987" y="64722"/>
                  </a:lnTo>
                  <a:lnTo>
                    <a:pt x="3674437" y="96585"/>
                  </a:lnTo>
                  <a:lnTo>
                    <a:pt x="3692202" y="132608"/>
                  </a:lnTo>
                  <a:lnTo>
                    <a:pt x="3702598" y="171410"/>
                  </a:lnTo>
                  <a:lnTo>
                    <a:pt x="3705225" y="198079"/>
                  </a:lnTo>
                  <a:lnTo>
                    <a:pt x="3705225" y="3011843"/>
                  </a:lnTo>
                  <a:lnTo>
                    <a:pt x="3699981" y="3051664"/>
                  </a:lnTo>
                  <a:lnTo>
                    <a:pt x="3687068" y="3089697"/>
                  </a:lnTo>
                  <a:lnTo>
                    <a:pt x="3666985" y="3124483"/>
                  </a:lnTo>
                  <a:lnTo>
                    <a:pt x="3640501" y="3154684"/>
                  </a:lnTo>
                  <a:lnTo>
                    <a:pt x="3608633" y="3179134"/>
                  </a:lnTo>
                  <a:lnTo>
                    <a:pt x="3572610" y="3196898"/>
                  </a:lnTo>
                  <a:lnTo>
                    <a:pt x="3533811" y="3207292"/>
                  </a:lnTo>
                  <a:lnTo>
                    <a:pt x="3513836" y="3209592"/>
                  </a:lnTo>
                  <a:lnTo>
                    <a:pt x="3507144" y="3209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976811" y="2738436"/>
              <a:ext cx="3705225" cy="3209925"/>
            </a:xfrm>
            <a:custGeom>
              <a:avLst/>
              <a:gdLst/>
              <a:ahLst/>
              <a:cxnLst/>
              <a:rect l="l" t="t" r="r" b="b"/>
              <a:pathLst>
                <a:path w="3705225" h="3209925">
                  <a:moveTo>
                    <a:pt x="0" y="30051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8"/>
                  </a:lnTo>
                  <a:lnTo>
                    <a:pt x="6871" y="151753"/>
                  </a:lnTo>
                  <a:lnTo>
                    <a:pt x="21019" y="114162"/>
                  </a:lnTo>
                  <a:lnTo>
                    <a:pt x="24181" y="108248"/>
                  </a:lnTo>
                  <a:lnTo>
                    <a:pt x="27343" y="102335"/>
                  </a:lnTo>
                  <a:lnTo>
                    <a:pt x="50739" y="69688"/>
                  </a:lnTo>
                  <a:lnTo>
                    <a:pt x="74872" y="46485"/>
                  </a:lnTo>
                  <a:lnTo>
                    <a:pt x="80056" y="42231"/>
                  </a:lnTo>
                  <a:lnTo>
                    <a:pt x="108252" y="24180"/>
                  </a:lnTo>
                  <a:lnTo>
                    <a:pt x="114167" y="21016"/>
                  </a:lnTo>
                  <a:lnTo>
                    <a:pt x="145341" y="8818"/>
                  </a:lnTo>
                  <a:lnTo>
                    <a:pt x="151759" y="6871"/>
                  </a:lnTo>
                  <a:lnTo>
                    <a:pt x="191390" y="330"/>
                  </a:lnTo>
                  <a:lnTo>
                    <a:pt x="204788" y="0"/>
                  </a:lnTo>
                  <a:lnTo>
                    <a:pt x="3500437" y="0"/>
                  </a:lnTo>
                  <a:lnTo>
                    <a:pt x="3507144" y="1"/>
                  </a:lnTo>
                  <a:lnTo>
                    <a:pt x="3513836" y="330"/>
                  </a:lnTo>
                  <a:lnTo>
                    <a:pt x="3520510" y="988"/>
                  </a:lnTo>
                  <a:lnTo>
                    <a:pt x="3527185" y="1646"/>
                  </a:lnTo>
                  <a:lnTo>
                    <a:pt x="3559884" y="8820"/>
                  </a:lnTo>
                  <a:lnTo>
                    <a:pt x="3566302" y="10767"/>
                  </a:lnTo>
                  <a:lnTo>
                    <a:pt x="3572610" y="13022"/>
                  </a:lnTo>
                  <a:lnTo>
                    <a:pt x="3578805" y="15587"/>
                  </a:lnTo>
                  <a:lnTo>
                    <a:pt x="3585002" y="18152"/>
                  </a:lnTo>
                  <a:lnTo>
                    <a:pt x="3591058" y="21016"/>
                  </a:lnTo>
                  <a:lnTo>
                    <a:pt x="3596972" y="24180"/>
                  </a:lnTo>
                  <a:lnTo>
                    <a:pt x="3602887" y="27342"/>
                  </a:lnTo>
                  <a:lnTo>
                    <a:pt x="3635537" y="50740"/>
                  </a:lnTo>
                  <a:lnTo>
                    <a:pt x="3658740" y="74872"/>
                  </a:lnTo>
                  <a:lnTo>
                    <a:pt x="3662995" y="80055"/>
                  </a:lnTo>
                  <a:lnTo>
                    <a:pt x="3681043" y="108248"/>
                  </a:lnTo>
                  <a:lnTo>
                    <a:pt x="3684205" y="114162"/>
                  </a:lnTo>
                  <a:lnTo>
                    <a:pt x="3698354" y="151753"/>
                  </a:lnTo>
                  <a:lnTo>
                    <a:pt x="3701290" y="164832"/>
                  </a:lnTo>
                  <a:lnTo>
                    <a:pt x="3702598" y="171412"/>
                  </a:lnTo>
                  <a:lnTo>
                    <a:pt x="3703582" y="178040"/>
                  </a:lnTo>
                  <a:lnTo>
                    <a:pt x="3704239" y="184714"/>
                  </a:lnTo>
                  <a:lnTo>
                    <a:pt x="3704897" y="191390"/>
                  </a:lnTo>
                  <a:lnTo>
                    <a:pt x="3705225" y="198080"/>
                  </a:lnTo>
                  <a:lnTo>
                    <a:pt x="3705225" y="204787"/>
                  </a:lnTo>
                  <a:lnTo>
                    <a:pt x="3705225" y="3005137"/>
                  </a:lnTo>
                  <a:lnTo>
                    <a:pt x="3705225" y="3011845"/>
                  </a:lnTo>
                  <a:lnTo>
                    <a:pt x="3704897" y="3018536"/>
                  </a:lnTo>
                  <a:lnTo>
                    <a:pt x="3704239" y="3025210"/>
                  </a:lnTo>
                  <a:lnTo>
                    <a:pt x="3703582" y="3031886"/>
                  </a:lnTo>
                  <a:lnTo>
                    <a:pt x="3702598" y="3038511"/>
                  </a:lnTo>
                  <a:lnTo>
                    <a:pt x="3701290" y="3045087"/>
                  </a:lnTo>
                  <a:lnTo>
                    <a:pt x="3699981" y="3051666"/>
                  </a:lnTo>
                  <a:lnTo>
                    <a:pt x="3689635" y="3083502"/>
                  </a:lnTo>
                  <a:lnTo>
                    <a:pt x="3687068" y="3089699"/>
                  </a:lnTo>
                  <a:lnTo>
                    <a:pt x="3684205" y="3095755"/>
                  </a:lnTo>
                  <a:lnTo>
                    <a:pt x="3681043" y="3101671"/>
                  </a:lnTo>
                  <a:lnTo>
                    <a:pt x="3677881" y="3107587"/>
                  </a:lnTo>
                  <a:lnTo>
                    <a:pt x="3674437" y="3113332"/>
                  </a:lnTo>
                  <a:lnTo>
                    <a:pt x="3670711" y="3118906"/>
                  </a:lnTo>
                  <a:lnTo>
                    <a:pt x="3666985" y="3124485"/>
                  </a:lnTo>
                  <a:lnTo>
                    <a:pt x="3645244" y="3149942"/>
                  </a:lnTo>
                  <a:lnTo>
                    <a:pt x="3640501" y="3154686"/>
                  </a:lnTo>
                  <a:lnTo>
                    <a:pt x="3635537" y="3159186"/>
                  </a:lnTo>
                  <a:lnTo>
                    <a:pt x="3630353" y="3163438"/>
                  </a:lnTo>
                  <a:lnTo>
                    <a:pt x="3625167" y="3167692"/>
                  </a:lnTo>
                  <a:lnTo>
                    <a:pt x="3619786" y="3171682"/>
                  </a:lnTo>
                  <a:lnTo>
                    <a:pt x="3614209" y="3175408"/>
                  </a:lnTo>
                  <a:lnTo>
                    <a:pt x="3608633" y="3179136"/>
                  </a:lnTo>
                  <a:lnTo>
                    <a:pt x="3602887" y="3182580"/>
                  </a:lnTo>
                  <a:lnTo>
                    <a:pt x="3596972" y="3185739"/>
                  </a:lnTo>
                  <a:lnTo>
                    <a:pt x="3591058" y="3188900"/>
                  </a:lnTo>
                  <a:lnTo>
                    <a:pt x="3585002" y="3191765"/>
                  </a:lnTo>
                  <a:lnTo>
                    <a:pt x="3578805" y="3194332"/>
                  </a:lnTo>
                  <a:lnTo>
                    <a:pt x="3572610" y="3196900"/>
                  </a:lnTo>
                  <a:lnTo>
                    <a:pt x="3566302" y="3199155"/>
                  </a:lnTo>
                  <a:lnTo>
                    <a:pt x="3559884" y="3201101"/>
                  </a:lnTo>
                  <a:lnTo>
                    <a:pt x="3553466" y="3203050"/>
                  </a:lnTo>
                  <a:lnTo>
                    <a:pt x="3546968" y="3204678"/>
                  </a:lnTo>
                  <a:lnTo>
                    <a:pt x="3540389" y="3205985"/>
                  </a:lnTo>
                  <a:lnTo>
                    <a:pt x="3533811" y="3207294"/>
                  </a:lnTo>
                  <a:lnTo>
                    <a:pt x="3527185" y="3208277"/>
                  </a:lnTo>
                  <a:lnTo>
                    <a:pt x="3520510" y="3208936"/>
                  </a:lnTo>
                  <a:lnTo>
                    <a:pt x="3513836" y="3209594"/>
                  </a:lnTo>
                  <a:lnTo>
                    <a:pt x="3507144" y="3209922"/>
                  </a:lnTo>
                  <a:lnTo>
                    <a:pt x="3500437" y="3209924"/>
                  </a:lnTo>
                  <a:lnTo>
                    <a:pt x="204788" y="3209924"/>
                  </a:lnTo>
                  <a:lnTo>
                    <a:pt x="198081" y="3209922"/>
                  </a:lnTo>
                  <a:lnTo>
                    <a:pt x="191390" y="3209592"/>
                  </a:lnTo>
                  <a:lnTo>
                    <a:pt x="184715" y="3208934"/>
                  </a:lnTo>
                  <a:lnTo>
                    <a:pt x="178040" y="3208277"/>
                  </a:lnTo>
                  <a:lnTo>
                    <a:pt x="171413" y="3207294"/>
                  </a:lnTo>
                  <a:lnTo>
                    <a:pt x="164835" y="3205985"/>
                  </a:lnTo>
                  <a:lnTo>
                    <a:pt x="158257" y="3204678"/>
                  </a:lnTo>
                  <a:lnTo>
                    <a:pt x="126419" y="3194332"/>
                  </a:lnTo>
                  <a:lnTo>
                    <a:pt x="120222" y="3191765"/>
                  </a:lnTo>
                  <a:lnTo>
                    <a:pt x="114167" y="3188900"/>
                  </a:lnTo>
                  <a:lnTo>
                    <a:pt x="108252" y="3185739"/>
                  </a:lnTo>
                  <a:lnTo>
                    <a:pt x="102336" y="3182580"/>
                  </a:lnTo>
                  <a:lnTo>
                    <a:pt x="96590" y="3179133"/>
                  </a:lnTo>
                  <a:lnTo>
                    <a:pt x="91013" y="3175406"/>
                  </a:lnTo>
                  <a:lnTo>
                    <a:pt x="85437" y="3171682"/>
                  </a:lnTo>
                  <a:lnTo>
                    <a:pt x="80056" y="3167692"/>
                  </a:lnTo>
                  <a:lnTo>
                    <a:pt x="74872" y="3163437"/>
                  </a:lnTo>
                  <a:lnTo>
                    <a:pt x="69687" y="3159184"/>
                  </a:lnTo>
                  <a:lnTo>
                    <a:pt x="64723" y="3154686"/>
                  </a:lnTo>
                  <a:lnTo>
                    <a:pt x="59981" y="3149942"/>
                  </a:lnTo>
                  <a:lnTo>
                    <a:pt x="55238" y="3145200"/>
                  </a:lnTo>
                  <a:lnTo>
                    <a:pt x="34512" y="3118906"/>
                  </a:lnTo>
                  <a:lnTo>
                    <a:pt x="30786" y="3113332"/>
                  </a:lnTo>
                  <a:lnTo>
                    <a:pt x="27343" y="3107587"/>
                  </a:lnTo>
                  <a:lnTo>
                    <a:pt x="24181" y="3101671"/>
                  </a:lnTo>
                  <a:lnTo>
                    <a:pt x="21019" y="3095755"/>
                  </a:lnTo>
                  <a:lnTo>
                    <a:pt x="18155" y="3089699"/>
                  </a:lnTo>
                  <a:lnTo>
                    <a:pt x="15588" y="3083502"/>
                  </a:lnTo>
                  <a:lnTo>
                    <a:pt x="13021" y="3077307"/>
                  </a:lnTo>
                  <a:lnTo>
                    <a:pt x="3935" y="3045087"/>
                  </a:lnTo>
                  <a:lnTo>
                    <a:pt x="2626" y="3038511"/>
                  </a:lnTo>
                  <a:lnTo>
                    <a:pt x="1644" y="3031886"/>
                  </a:lnTo>
                  <a:lnTo>
                    <a:pt x="986" y="3025210"/>
                  </a:lnTo>
                  <a:lnTo>
                    <a:pt x="328" y="3018536"/>
                  </a:lnTo>
                  <a:lnTo>
                    <a:pt x="0" y="3011845"/>
                  </a:lnTo>
                  <a:lnTo>
                    <a:pt x="0" y="3005137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48274" y="300989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6"/>
                  </a:lnTo>
                  <a:lnTo>
                    <a:pt x="94748" y="525046"/>
                  </a:lnTo>
                  <a:lnTo>
                    <a:pt x="57756" y="505272"/>
                  </a:lnTo>
                  <a:lnTo>
                    <a:pt x="28120" y="475638"/>
                  </a:lnTo>
                  <a:lnTo>
                    <a:pt x="8347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50" y="101396"/>
                  </a:lnTo>
                  <a:lnTo>
                    <a:pt x="24078" y="63491"/>
                  </a:lnTo>
                  <a:lnTo>
                    <a:pt x="52234" y="32425"/>
                  </a:lnTo>
                  <a:lnTo>
                    <a:pt x="88198" y="10871"/>
                  </a:lnTo>
                  <a:lnTo>
                    <a:pt x="128870" y="687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8" y="6146"/>
                  </a:lnTo>
                  <a:lnTo>
                    <a:pt x="469901" y="24072"/>
                  </a:lnTo>
                  <a:lnTo>
                    <a:pt x="500969" y="52232"/>
                  </a:lnTo>
                  <a:lnTo>
                    <a:pt x="522523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8" y="431995"/>
                  </a:lnTo>
                  <a:lnTo>
                    <a:pt x="509321" y="469899"/>
                  </a:lnTo>
                  <a:lnTo>
                    <a:pt x="481164" y="500963"/>
                  </a:lnTo>
                  <a:lnTo>
                    <a:pt x="445200" y="522516"/>
                  </a:lnTo>
                  <a:lnTo>
                    <a:pt x="404528" y="532709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F1E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26074" y="3209924"/>
              <a:ext cx="177800" cy="133350"/>
            </a:xfrm>
            <a:custGeom>
              <a:avLst/>
              <a:gdLst/>
              <a:ahLst/>
              <a:cxnLst/>
              <a:rect l="l" t="t" r="r" b="b"/>
              <a:pathLst>
                <a:path w="177800" h="133350">
                  <a:moveTo>
                    <a:pt x="0" y="0"/>
                  </a:moveTo>
                  <a:lnTo>
                    <a:pt x="177799" y="0"/>
                  </a:lnTo>
                </a:path>
                <a:path w="177800" h="133350">
                  <a:moveTo>
                    <a:pt x="0" y="66674"/>
                  </a:moveTo>
                  <a:lnTo>
                    <a:pt x="111124" y="66674"/>
                  </a:lnTo>
                </a:path>
                <a:path w="177800" h="133350">
                  <a:moveTo>
                    <a:pt x="0" y="133349"/>
                  </a:moveTo>
                  <a:lnTo>
                    <a:pt x="144462" y="133349"/>
                  </a:lnTo>
                </a:path>
              </a:pathLst>
            </a:custGeom>
            <a:ln w="26669">
              <a:solidFill>
                <a:srgbClr val="793C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233342" y="3562984"/>
            <a:ext cx="3017520" cy="138493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20" b="1">
                <a:solidFill>
                  <a:srgbClr val="15203A"/>
                </a:solidFill>
                <a:latin typeface="Tahoma"/>
                <a:cs typeface="Tahoma"/>
              </a:rPr>
              <a:t>Step-</a:t>
            </a:r>
            <a:r>
              <a:rPr dirty="0" sz="1950" b="1">
                <a:solidFill>
                  <a:srgbClr val="15203A"/>
                </a:solidFill>
                <a:latin typeface="Tahoma"/>
                <a:cs typeface="Tahoma"/>
              </a:rPr>
              <a:t>by-</a:t>
            </a: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step</a:t>
            </a:r>
            <a:r>
              <a:rPr dirty="0" sz="1950" spc="-8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20" b="1">
                <a:solidFill>
                  <a:srgbClr val="15203A"/>
                </a:solidFill>
                <a:latin typeface="Tahoma"/>
                <a:cs typeface="Tahoma"/>
              </a:rPr>
              <a:t>trace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20800"/>
              </a:lnSpc>
              <a:spcBef>
                <a:spcPts val="585"/>
              </a:spcBef>
            </a:pPr>
            <a:r>
              <a:rPr dirty="0" sz="1500" spc="80">
                <a:solidFill>
                  <a:srgbClr val="646B7D"/>
                </a:solidFill>
                <a:latin typeface="Tahoma"/>
                <a:cs typeface="Tahoma"/>
              </a:rPr>
              <a:t>memory</a:t>
            </a:r>
            <a:r>
              <a:rPr dirty="0" sz="1500" spc="-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plan</a:t>
            </a:r>
            <a:r>
              <a:rPr dirty="0" sz="15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think</a:t>
            </a:r>
            <a:r>
              <a:rPr dirty="0" sz="1500" spc="-6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0">
                <a:solidFill>
                  <a:srgbClr val="646B7D"/>
                </a:solidFill>
                <a:latin typeface="Tahoma"/>
                <a:cs typeface="Tahoma"/>
              </a:rPr>
              <a:t>act</a:t>
            </a:r>
            <a:r>
              <a:rPr dirty="0" sz="1500" spc="-3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646B7D"/>
                </a:solidFill>
                <a:latin typeface="Tahoma"/>
                <a:cs typeface="Tahoma"/>
              </a:rPr>
              <a:t>· </a:t>
            </a:r>
            <a:r>
              <a:rPr dirty="0" sz="1500" spc="110">
                <a:solidFill>
                  <a:srgbClr val="646B7D"/>
                </a:solidFill>
                <a:latin typeface="Tahoma"/>
                <a:cs typeface="Tahoma"/>
              </a:rPr>
              <a:t>observe</a:t>
            </a:r>
            <a:r>
              <a:rPr dirty="0" sz="1500" spc="-6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verify</a:t>
            </a:r>
            <a:r>
              <a:rPr dirty="0" sz="15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646B7D"/>
                </a:solidFill>
                <a:latin typeface="Tahoma"/>
                <a:cs typeface="Tahoma"/>
              </a:rPr>
              <a:t>critique</a:t>
            </a:r>
            <a:r>
              <a:rPr dirty="0" sz="15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·</a:t>
            </a:r>
            <a:r>
              <a:rPr dirty="0" sz="1500" spc="-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learn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500" spc="160">
                <a:solidFill>
                  <a:srgbClr val="646B7D"/>
                </a:solidFill>
                <a:latin typeface="Tahoma"/>
                <a:cs typeface="Tahoma"/>
              </a:rPr>
              <a:t>—</a:t>
            </a:r>
            <a:r>
              <a:rPr dirty="0" sz="15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20">
                <a:solidFill>
                  <a:srgbClr val="646B7D"/>
                </a:solidFill>
                <a:latin typeface="Tahoma"/>
                <a:cs typeface="Tahoma"/>
              </a:rPr>
              <a:t>as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they</a:t>
            </a:r>
            <a:r>
              <a:rPr dirty="0" sz="15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646B7D"/>
                </a:solidFill>
                <a:latin typeface="Tahoma"/>
                <a:cs typeface="Tahoma"/>
              </a:rPr>
              <a:t>happen.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33342" y="5473699"/>
            <a:ext cx="127762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5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100" spc="204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TAB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877299" y="2733673"/>
            <a:ext cx="3705225" cy="3219450"/>
            <a:chOff x="8877299" y="2733673"/>
            <a:chExt cx="3705225" cy="3219450"/>
          </a:xfrm>
        </p:grpSpPr>
        <p:sp>
          <p:nvSpPr>
            <p:cNvPr id="22" name="object 22"/>
            <p:cNvSpPr/>
            <p:nvPr/>
          </p:nvSpPr>
          <p:spPr>
            <a:xfrm>
              <a:off x="8882061" y="2738438"/>
              <a:ext cx="3695700" cy="3209925"/>
            </a:xfrm>
            <a:custGeom>
              <a:avLst/>
              <a:gdLst/>
              <a:ahLst/>
              <a:cxnLst/>
              <a:rect l="l" t="t" r="r" b="b"/>
              <a:pathLst>
                <a:path w="3695700" h="3209925">
                  <a:moveTo>
                    <a:pt x="3497618" y="3209920"/>
                  </a:moveTo>
                  <a:lnTo>
                    <a:pt x="198080" y="3209920"/>
                  </a:lnTo>
                  <a:lnTo>
                    <a:pt x="191390" y="3209590"/>
                  </a:lnTo>
                  <a:lnTo>
                    <a:pt x="151758" y="3203048"/>
                  </a:lnTo>
                  <a:lnTo>
                    <a:pt x="114165" y="3188898"/>
                  </a:lnTo>
                  <a:lnTo>
                    <a:pt x="80055" y="3167690"/>
                  </a:lnTo>
                  <a:lnTo>
                    <a:pt x="50739" y="3140236"/>
                  </a:lnTo>
                  <a:lnTo>
                    <a:pt x="27342" y="3107585"/>
                  </a:lnTo>
                  <a:lnTo>
                    <a:pt x="10765" y="3070998"/>
                  </a:lnTo>
                  <a:lnTo>
                    <a:pt x="1643" y="3031884"/>
                  </a:lnTo>
                  <a:lnTo>
                    <a:pt x="0" y="3005135"/>
                  </a:lnTo>
                  <a:lnTo>
                    <a:pt x="0" y="198079"/>
                  </a:lnTo>
                  <a:lnTo>
                    <a:pt x="5242" y="158251"/>
                  </a:lnTo>
                  <a:lnTo>
                    <a:pt x="18154" y="120215"/>
                  </a:lnTo>
                  <a:lnTo>
                    <a:pt x="38238" y="85432"/>
                  </a:lnTo>
                  <a:lnTo>
                    <a:pt x="64722" y="55236"/>
                  </a:lnTo>
                  <a:lnTo>
                    <a:pt x="96589" y="30784"/>
                  </a:lnTo>
                  <a:lnTo>
                    <a:pt x="132614" y="13020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497618" y="0"/>
                  </a:lnTo>
                  <a:lnTo>
                    <a:pt x="3537440" y="5241"/>
                  </a:lnTo>
                  <a:lnTo>
                    <a:pt x="3575475" y="18150"/>
                  </a:lnTo>
                  <a:lnTo>
                    <a:pt x="3610261" y="38237"/>
                  </a:lnTo>
                  <a:lnTo>
                    <a:pt x="3640460" y="64722"/>
                  </a:lnTo>
                  <a:lnTo>
                    <a:pt x="3664912" y="96585"/>
                  </a:lnTo>
                  <a:lnTo>
                    <a:pt x="3682677" y="132608"/>
                  </a:lnTo>
                  <a:lnTo>
                    <a:pt x="3693073" y="171410"/>
                  </a:lnTo>
                  <a:lnTo>
                    <a:pt x="3695700" y="198079"/>
                  </a:lnTo>
                  <a:lnTo>
                    <a:pt x="3695700" y="3011843"/>
                  </a:lnTo>
                  <a:lnTo>
                    <a:pt x="3690455" y="3051664"/>
                  </a:lnTo>
                  <a:lnTo>
                    <a:pt x="3677543" y="3089697"/>
                  </a:lnTo>
                  <a:lnTo>
                    <a:pt x="3657459" y="3124483"/>
                  </a:lnTo>
                  <a:lnTo>
                    <a:pt x="3630974" y="3154684"/>
                  </a:lnTo>
                  <a:lnTo>
                    <a:pt x="3599107" y="3179134"/>
                  </a:lnTo>
                  <a:lnTo>
                    <a:pt x="3563082" y="3196898"/>
                  </a:lnTo>
                  <a:lnTo>
                    <a:pt x="3524285" y="3207292"/>
                  </a:lnTo>
                  <a:lnTo>
                    <a:pt x="3497618" y="3209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882061" y="2738436"/>
              <a:ext cx="3695700" cy="3209925"/>
            </a:xfrm>
            <a:custGeom>
              <a:avLst/>
              <a:gdLst/>
              <a:ahLst/>
              <a:cxnLst/>
              <a:rect l="l" t="t" r="r" b="b"/>
              <a:pathLst>
                <a:path w="3695700" h="3209925">
                  <a:moveTo>
                    <a:pt x="0" y="30051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9" y="191388"/>
                  </a:lnTo>
                  <a:lnTo>
                    <a:pt x="986" y="184711"/>
                  </a:lnTo>
                  <a:lnTo>
                    <a:pt x="1643" y="178040"/>
                  </a:lnTo>
                  <a:lnTo>
                    <a:pt x="10764" y="138919"/>
                  </a:lnTo>
                  <a:lnTo>
                    <a:pt x="27341" y="102335"/>
                  </a:lnTo>
                  <a:lnTo>
                    <a:pt x="50739" y="69688"/>
                  </a:lnTo>
                  <a:lnTo>
                    <a:pt x="80055" y="42231"/>
                  </a:lnTo>
                  <a:lnTo>
                    <a:pt x="108250" y="24180"/>
                  </a:lnTo>
                  <a:lnTo>
                    <a:pt x="114165" y="21016"/>
                  </a:lnTo>
                  <a:lnTo>
                    <a:pt x="120221" y="18152"/>
                  </a:lnTo>
                  <a:lnTo>
                    <a:pt x="126417" y="15587"/>
                  </a:lnTo>
                  <a:lnTo>
                    <a:pt x="132614" y="13022"/>
                  </a:lnTo>
                  <a:lnTo>
                    <a:pt x="138922" y="10764"/>
                  </a:lnTo>
                  <a:lnTo>
                    <a:pt x="145339" y="8818"/>
                  </a:lnTo>
                  <a:lnTo>
                    <a:pt x="151758" y="6871"/>
                  </a:lnTo>
                  <a:lnTo>
                    <a:pt x="191390" y="330"/>
                  </a:lnTo>
                  <a:lnTo>
                    <a:pt x="204787" y="0"/>
                  </a:lnTo>
                  <a:lnTo>
                    <a:pt x="3490912" y="0"/>
                  </a:lnTo>
                  <a:lnTo>
                    <a:pt x="3530863" y="3934"/>
                  </a:lnTo>
                  <a:lnTo>
                    <a:pt x="3550357" y="8820"/>
                  </a:lnTo>
                  <a:lnTo>
                    <a:pt x="3556775" y="10767"/>
                  </a:lnTo>
                  <a:lnTo>
                    <a:pt x="3563082" y="13022"/>
                  </a:lnTo>
                  <a:lnTo>
                    <a:pt x="3569278" y="15587"/>
                  </a:lnTo>
                  <a:lnTo>
                    <a:pt x="3575475" y="18152"/>
                  </a:lnTo>
                  <a:lnTo>
                    <a:pt x="3581532" y="21016"/>
                  </a:lnTo>
                  <a:lnTo>
                    <a:pt x="3587447" y="24180"/>
                  </a:lnTo>
                  <a:lnTo>
                    <a:pt x="3593361" y="27342"/>
                  </a:lnTo>
                  <a:lnTo>
                    <a:pt x="3626012" y="50740"/>
                  </a:lnTo>
                  <a:lnTo>
                    <a:pt x="3653468" y="80055"/>
                  </a:lnTo>
                  <a:lnTo>
                    <a:pt x="3674678" y="114162"/>
                  </a:lnTo>
                  <a:lnTo>
                    <a:pt x="3688827" y="151753"/>
                  </a:lnTo>
                  <a:lnTo>
                    <a:pt x="3691763" y="164832"/>
                  </a:lnTo>
                  <a:lnTo>
                    <a:pt x="3693073" y="171412"/>
                  </a:lnTo>
                  <a:lnTo>
                    <a:pt x="3694056" y="178040"/>
                  </a:lnTo>
                  <a:lnTo>
                    <a:pt x="3694713" y="184714"/>
                  </a:lnTo>
                  <a:lnTo>
                    <a:pt x="3695371" y="191390"/>
                  </a:lnTo>
                  <a:lnTo>
                    <a:pt x="3695700" y="198080"/>
                  </a:lnTo>
                  <a:lnTo>
                    <a:pt x="3695699" y="204787"/>
                  </a:lnTo>
                  <a:lnTo>
                    <a:pt x="3695699" y="3005137"/>
                  </a:lnTo>
                  <a:lnTo>
                    <a:pt x="3695700" y="3011845"/>
                  </a:lnTo>
                  <a:lnTo>
                    <a:pt x="3695371" y="3018536"/>
                  </a:lnTo>
                  <a:lnTo>
                    <a:pt x="3694713" y="3025210"/>
                  </a:lnTo>
                  <a:lnTo>
                    <a:pt x="3694056" y="3031886"/>
                  </a:lnTo>
                  <a:lnTo>
                    <a:pt x="3693073" y="3038511"/>
                  </a:lnTo>
                  <a:lnTo>
                    <a:pt x="3691763" y="3045087"/>
                  </a:lnTo>
                  <a:lnTo>
                    <a:pt x="3690455" y="3051666"/>
                  </a:lnTo>
                  <a:lnTo>
                    <a:pt x="3680109" y="3083502"/>
                  </a:lnTo>
                  <a:lnTo>
                    <a:pt x="3677543" y="3089699"/>
                  </a:lnTo>
                  <a:lnTo>
                    <a:pt x="3674678" y="3095755"/>
                  </a:lnTo>
                  <a:lnTo>
                    <a:pt x="3671517" y="3101671"/>
                  </a:lnTo>
                  <a:lnTo>
                    <a:pt x="3668356" y="3107587"/>
                  </a:lnTo>
                  <a:lnTo>
                    <a:pt x="3664912" y="3113332"/>
                  </a:lnTo>
                  <a:lnTo>
                    <a:pt x="3661185" y="3118906"/>
                  </a:lnTo>
                  <a:lnTo>
                    <a:pt x="3657459" y="3124485"/>
                  </a:lnTo>
                  <a:lnTo>
                    <a:pt x="3635717" y="3149942"/>
                  </a:lnTo>
                  <a:lnTo>
                    <a:pt x="3630974" y="3154686"/>
                  </a:lnTo>
                  <a:lnTo>
                    <a:pt x="3626012" y="3159186"/>
                  </a:lnTo>
                  <a:lnTo>
                    <a:pt x="3620827" y="3163438"/>
                  </a:lnTo>
                  <a:lnTo>
                    <a:pt x="3615642" y="3167692"/>
                  </a:lnTo>
                  <a:lnTo>
                    <a:pt x="3610261" y="3171682"/>
                  </a:lnTo>
                  <a:lnTo>
                    <a:pt x="3604684" y="3175408"/>
                  </a:lnTo>
                  <a:lnTo>
                    <a:pt x="3599107" y="3179136"/>
                  </a:lnTo>
                  <a:lnTo>
                    <a:pt x="3593361" y="3182580"/>
                  </a:lnTo>
                  <a:lnTo>
                    <a:pt x="3587447" y="3185739"/>
                  </a:lnTo>
                  <a:lnTo>
                    <a:pt x="3581532" y="3188900"/>
                  </a:lnTo>
                  <a:lnTo>
                    <a:pt x="3575475" y="3191765"/>
                  </a:lnTo>
                  <a:lnTo>
                    <a:pt x="3569278" y="3194332"/>
                  </a:lnTo>
                  <a:lnTo>
                    <a:pt x="3563082" y="3196900"/>
                  </a:lnTo>
                  <a:lnTo>
                    <a:pt x="3556775" y="3199155"/>
                  </a:lnTo>
                  <a:lnTo>
                    <a:pt x="3550357" y="3201101"/>
                  </a:lnTo>
                  <a:lnTo>
                    <a:pt x="3543939" y="3203050"/>
                  </a:lnTo>
                  <a:lnTo>
                    <a:pt x="3537440" y="3204678"/>
                  </a:lnTo>
                  <a:lnTo>
                    <a:pt x="3530863" y="3205985"/>
                  </a:lnTo>
                  <a:lnTo>
                    <a:pt x="3524285" y="3207294"/>
                  </a:lnTo>
                  <a:lnTo>
                    <a:pt x="3490912" y="3209924"/>
                  </a:lnTo>
                  <a:lnTo>
                    <a:pt x="204787" y="3209924"/>
                  </a:lnTo>
                  <a:lnTo>
                    <a:pt x="198080" y="3209922"/>
                  </a:lnTo>
                  <a:lnTo>
                    <a:pt x="191390" y="3209592"/>
                  </a:lnTo>
                  <a:lnTo>
                    <a:pt x="184714" y="3208934"/>
                  </a:lnTo>
                  <a:lnTo>
                    <a:pt x="178040" y="3208277"/>
                  </a:lnTo>
                  <a:lnTo>
                    <a:pt x="171413" y="3207294"/>
                  </a:lnTo>
                  <a:lnTo>
                    <a:pt x="164834" y="3205985"/>
                  </a:lnTo>
                  <a:lnTo>
                    <a:pt x="158256" y="3204678"/>
                  </a:lnTo>
                  <a:lnTo>
                    <a:pt x="126417" y="3194332"/>
                  </a:lnTo>
                  <a:lnTo>
                    <a:pt x="120221" y="3191765"/>
                  </a:lnTo>
                  <a:lnTo>
                    <a:pt x="114165" y="3188900"/>
                  </a:lnTo>
                  <a:lnTo>
                    <a:pt x="108250" y="3185739"/>
                  </a:lnTo>
                  <a:lnTo>
                    <a:pt x="102335" y="3182580"/>
                  </a:lnTo>
                  <a:lnTo>
                    <a:pt x="96589" y="3179133"/>
                  </a:lnTo>
                  <a:lnTo>
                    <a:pt x="91012" y="3175406"/>
                  </a:lnTo>
                  <a:lnTo>
                    <a:pt x="85436" y="3171682"/>
                  </a:lnTo>
                  <a:lnTo>
                    <a:pt x="80055" y="3167692"/>
                  </a:lnTo>
                  <a:lnTo>
                    <a:pt x="74870" y="3163437"/>
                  </a:lnTo>
                  <a:lnTo>
                    <a:pt x="69686" y="3159184"/>
                  </a:lnTo>
                  <a:lnTo>
                    <a:pt x="64722" y="3154686"/>
                  </a:lnTo>
                  <a:lnTo>
                    <a:pt x="59980" y="3149942"/>
                  </a:lnTo>
                  <a:lnTo>
                    <a:pt x="55237" y="3145200"/>
                  </a:lnTo>
                  <a:lnTo>
                    <a:pt x="34511" y="3118906"/>
                  </a:lnTo>
                  <a:lnTo>
                    <a:pt x="30785" y="3113332"/>
                  </a:lnTo>
                  <a:lnTo>
                    <a:pt x="15588" y="3083502"/>
                  </a:lnTo>
                  <a:lnTo>
                    <a:pt x="13021" y="3077307"/>
                  </a:lnTo>
                  <a:lnTo>
                    <a:pt x="10765" y="3071000"/>
                  </a:lnTo>
                  <a:lnTo>
                    <a:pt x="8818" y="3064582"/>
                  </a:lnTo>
                  <a:lnTo>
                    <a:pt x="6871" y="3058163"/>
                  </a:lnTo>
                  <a:lnTo>
                    <a:pt x="329" y="3018536"/>
                  </a:lnTo>
                  <a:lnTo>
                    <a:pt x="0" y="3011845"/>
                  </a:lnTo>
                  <a:lnTo>
                    <a:pt x="0" y="3005137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153524" y="300989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6"/>
                  </a:lnTo>
                  <a:lnTo>
                    <a:pt x="94748" y="525046"/>
                  </a:lnTo>
                  <a:lnTo>
                    <a:pt x="57755" y="505272"/>
                  </a:lnTo>
                  <a:lnTo>
                    <a:pt x="28119" y="475638"/>
                  </a:lnTo>
                  <a:lnTo>
                    <a:pt x="8346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49" y="101396"/>
                  </a:lnTo>
                  <a:lnTo>
                    <a:pt x="24077" y="63491"/>
                  </a:lnTo>
                  <a:lnTo>
                    <a:pt x="52233" y="32425"/>
                  </a:lnTo>
                  <a:lnTo>
                    <a:pt x="88198" y="10871"/>
                  </a:lnTo>
                  <a:lnTo>
                    <a:pt x="128869" y="687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8" y="6146"/>
                  </a:lnTo>
                  <a:lnTo>
                    <a:pt x="469900" y="24072"/>
                  </a:lnTo>
                  <a:lnTo>
                    <a:pt x="500968" y="52232"/>
                  </a:lnTo>
                  <a:lnTo>
                    <a:pt x="522522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8" y="431995"/>
                  </a:lnTo>
                  <a:lnTo>
                    <a:pt x="509319" y="469899"/>
                  </a:lnTo>
                  <a:lnTo>
                    <a:pt x="481163" y="500963"/>
                  </a:lnTo>
                  <a:lnTo>
                    <a:pt x="445199" y="522516"/>
                  </a:lnTo>
                  <a:lnTo>
                    <a:pt x="404528" y="532709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FAEF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1322" y="3163252"/>
              <a:ext cx="217804" cy="20891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136360" y="3562984"/>
            <a:ext cx="3089910" cy="138493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Score</a:t>
            </a:r>
            <a:r>
              <a:rPr dirty="0" sz="1950" spc="-13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290" b="1">
                <a:solidFill>
                  <a:srgbClr val="15203A"/>
                </a:solidFill>
                <a:latin typeface="Tahoma"/>
                <a:cs typeface="Tahoma"/>
              </a:rPr>
              <a:t>+</a:t>
            </a:r>
            <a:r>
              <a:rPr dirty="0" sz="1950" spc="-6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30" b="1">
                <a:solidFill>
                  <a:srgbClr val="15203A"/>
                </a:solidFill>
                <a:latin typeface="Tahoma"/>
                <a:cs typeface="Tahoma"/>
              </a:rPr>
              <a:t>cited</a:t>
            </a:r>
            <a:r>
              <a:rPr dirty="0" sz="1950" spc="-13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report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22900"/>
              </a:lnSpc>
              <a:spcBef>
                <a:spcPts val="545"/>
              </a:spcBef>
            </a:pPr>
            <a:r>
              <a:rPr dirty="0" sz="1500" spc="90">
                <a:solidFill>
                  <a:srgbClr val="646B7D"/>
                </a:solidFill>
                <a:latin typeface="Tahoma"/>
                <a:cs typeface="Tahoma"/>
              </a:rPr>
              <a:t>Critic</a:t>
            </a:r>
            <a:r>
              <a:rPr dirty="0" sz="1500" spc="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score,</a:t>
            </a:r>
            <a:r>
              <a:rPr dirty="0" sz="15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646B7D"/>
                </a:solidFill>
                <a:latin typeface="Tahoma"/>
                <a:cs typeface="Tahoma"/>
              </a:rPr>
              <a:t>revisions,</a:t>
            </a:r>
            <a:r>
              <a:rPr dirty="0" sz="15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the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646B7D"/>
                </a:solidFill>
                <a:latin typeface="Tahoma"/>
                <a:cs typeface="Tahoma"/>
              </a:rPr>
              <a:t>report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with</a:t>
            </a:r>
            <a:r>
              <a:rPr dirty="0" sz="1500" spc="-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500" spc="3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download</a:t>
            </a:r>
            <a:r>
              <a:rPr dirty="0" sz="150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button,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646B7D"/>
                </a:solidFill>
                <a:latin typeface="Tahoma"/>
                <a:cs typeface="Tahoma"/>
              </a:rPr>
              <a:t>and </a:t>
            </a:r>
            <a:r>
              <a:rPr dirty="0" sz="1500" spc="75">
                <a:solidFill>
                  <a:srgbClr val="646B7D"/>
                </a:solidFill>
                <a:latin typeface="Tahoma"/>
                <a:cs typeface="Tahoma"/>
              </a:rPr>
              <a:t>tokens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per</a:t>
            </a:r>
            <a:r>
              <a:rPr dirty="0" sz="1500" spc="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646B7D"/>
                </a:solidFill>
                <a:latin typeface="Tahoma"/>
                <a:cs typeface="Tahoma"/>
              </a:rPr>
              <a:t>model.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36360" y="5473699"/>
            <a:ext cx="127762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5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100" spc="204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TAB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66799" y="6143623"/>
            <a:ext cx="3714750" cy="3228975"/>
            <a:chOff x="1066799" y="6143623"/>
            <a:chExt cx="3714750" cy="3228975"/>
          </a:xfrm>
        </p:grpSpPr>
        <p:sp>
          <p:nvSpPr>
            <p:cNvPr id="29" name="object 29"/>
            <p:cNvSpPr/>
            <p:nvPr/>
          </p:nvSpPr>
          <p:spPr>
            <a:xfrm>
              <a:off x="1071562" y="6148387"/>
              <a:ext cx="3705225" cy="3219450"/>
            </a:xfrm>
            <a:custGeom>
              <a:avLst/>
              <a:gdLst/>
              <a:ahLst/>
              <a:cxnLst/>
              <a:rect l="l" t="t" r="r" b="b"/>
              <a:pathLst>
                <a:path w="3705225" h="3219450">
                  <a:moveTo>
                    <a:pt x="3507144" y="3219447"/>
                  </a:moveTo>
                  <a:lnTo>
                    <a:pt x="198080" y="3219447"/>
                  </a:lnTo>
                  <a:lnTo>
                    <a:pt x="191389" y="3219117"/>
                  </a:lnTo>
                  <a:lnTo>
                    <a:pt x="151759" y="3212573"/>
                  </a:lnTo>
                  <a:lnTo>
                    <a:pt x="114166" y="3198426"/>
                  </a:lnTo>
                  <a:lnTo>
                    <a:pt x="80056" y="3177217"/>
                  </a:lnTo>
                  <a:lnTo>
                    <a:pt x="50739" y="3149759"/>
                  </a:lnTo>
                  <a:lnTo>
                    <a:pt x="27342" y="3117114"/>
                  </a:lnTo>
                  <a:lnTo>
                    <a:pt x="10764" y="3080521"/>
                  </a:lnTo>
                  <a:lnTo>
                    <a:pt x="1643" y="3041402"/>
                  </a:lnTo>
                  <a:lnTo>
                    <a:pt x="0" y="3014660"/>
                  </a:lnTo>
                  <a:lnTo>
                    <a:pt x="0" y="198079"/>
                  </a:lnTo>
                  <a:lnTo>
                    <a:pt x="5243" y="158253"/>
                  </a:lnTo>
                  <a:lnTo>
                    <a:pt x="18155" y="120218"/>
                  </a:lnTo>
                  <a:lnTo>
                    <a:pt x="38239" y="85432"/>
                  </a:lnTo>
                  <a:lnTo>
                    <a:pt x="64723" y="55234"/>
                  </a:lnTo>
                  <a:lnTo>
                    <a:pt x="96590" y="30784"/>
                  </a:lnTo>
                  <a:lnTo>
                    <a:pt x="132615" y="13020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507144" y="0"/>
                  </a:lnTo>
                  <a:lnTo>
                    <a:pt x="3546967" y="5241"/>
                  </a:lnTo>
                  <a:lnTo>
                    <a:pt x="3585001" y="18152"/>
                  </a:lnTo>
                  <a:lnTo>
                    <a:pt x="3619787" y="38235"/>
                  </a:lnTo>
                  <a:lnTo>
                    <a:pt x="3649986" y="64719"/>
                  </a:lnTo>
                  <a:lnTo>
                    <a:pt x="3674437" y="96587"/>
                  </a:lnTo>
                  <a:lnTo>
                    <a:pt x="3692202" y="132610"/>
                  </a:lnTo>
                  <a:lnTo>
                    <a:pt x="3702598" y="171410"/>
                  </a:lnTo>
                  <a:lnTo>
                    <a:pt x="3705224" y="198079"/>
                  </a:lnTo>
                  <a:lnTo>
                    <a:pt x="3705224" y="3021366"/>
                  </a:lnTo>
                  <a:lnTo>
                    <a:pt x="3699980" y="3061188"/>
                  </a:lnTo>
                  <a:lnTo>
                    <a:pt x="3687069" y="3099222"/>
                  </a:lnTo>
                  <a:lnTo>
                    <a:pt x="3666984" y="3134006"/>
                  </a:lnTo>
                  <a:lnTo>
                    <a:pt x="3640501" y="3164209"/>
                  </a:lnTo>
                  <a:lnTo>
                    <a:pt x="3608633" y="3188659"/>
                  </a:lnTo>
                  <a:lnTo>
                    <a:pt x="3572609" y="3206425"/>
                  </a:lnTo>
                  <a:lnTo>
                    <a:pt x="3533810" y="3216815"/>
                  </a:lnTo>
                  <a:lnTo>
                    <a:pt x="3507144" y="3219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71562" y="6148385"/>
              <a:ext cx="3705225" cy="3219450"/>
            </a:xfrm>
            <a:custGeom>
              <a:avLst/>
              <a:gdLst/>
              <a:ahLst/>
              <a:cxnLst/>
              <a:rect l="l" t="t" r="r" b="b"/>
              <a:pathLst>
                <a:path w="3705225" h="3219450">
                  <a:moveTo>
                    <a:pt x="0" y="301466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90"/>
                  </a:lnTo>
                  <a:lnTo>
                    <a:pt x="986" y="184714"/>
                  </a:lnTo>
                  <a:lnTo>
                    <a:pt x="1643" y="178038"/>
                  </a:lnTo>
                  <a:lnTo>
                    <a:pt x="10764" y="138922"/>
                  </a:lnTo>
                  <a:lnTo>
                    <a:pt x="24180" y="108251"/>
                  </a:lnTo>
                  <a:lnTo>
                    <a:pt x="27342" y="102335"/>
                  </a:lnTo>
                  <a:lnTo>
                    <a:pt x="46484" y="74870"/>
                  </a:lnTo>
                  <a:lnTo>
                    <a:pt x="50739" y="69686"/>
                  </a:lnTo>
                  <a:lnTo>
                    <a:pt x="74871" y="46482"/>
                  </a:lnTo>
                  <a:lnTo>
                    <a:pt x="80056" y="42227"/>
                  </a:lnTo>
                  <a:lnTo>
                    <a:pt x="108251" y="24182"/>
                  </a:lnTo>
                  <a:lnTo>
                    <a:pt x="114166" y="21019"/>
                  </a:lnTo>
                  <a:lnTo>
                    <a:pt x="145340" y="8818"/>
                  </a:lnTo>
                  <a:lnTo>
                    <a:pt x="151759" y="6871"/>
                  </a:lnTo>
                  <a:lnTo>
                    <a:pt x="184714" y="990"/>
                  </a:lnTo>
                  <a:lnTo>
                    <a:pt x="191389" y="332"/>
                  </a:lnTo>
                  <a:lnTo>
                    <a:pt x="198080" y="1"/>
                  </a:lnTo>
                  <a:lnTo>
                    <a:pt x="204787" y="0"/>
                  </a:lnTo>
                  <a:lnTo>
                    <a:pt x="3500437" y="0"/>
                  </a:lnTo>
                  <a:lnTo>
                    <a:pt x="3507144" y="1"/>
                  </a:lnTo>
                  <a:lnTo>
                    <a:pt x="3513835" y="330"/>
                  </a:lnTo>
                  <a:lnTo>
                    <a:pt x="3520509" y="988"/>
                  </a:lnTo>
                  <a:lnTo>
                    <a:pt x="3527184" y="1646"/>
                  </a:lnTo>
                  <a:lnTo>
                    <a:pt x="3559883" y="8818"/>
                  </a:lnTo>
                  <a:lnTo>
                    <a:pt x="3566301" y="10764"/>
                  </a:lnTo>
                  <a:lnTo>
                    <a:pt x="3596972" y="24182"/>
                  </a:lnTo>
                  <a:lnTo>
                    <a:pt x="3602887" y="27342"/>
                  </a:lnTo>
                  <a:lnTo>
                    <a:pt x="3630352" y="46482"/>
                  </a:lnTo>
                  <a:lnTo>
                    <a:pt x="3635537" y="50736"/>
                  </a:lnTo>
                  <a:lnTo>
                    <a:pt x="3658739" y="74870"/>
                  </a:lnTo>
                  <a:lnTo>
                    <a:pt x="3662994" y="80052"/>
                  </a:lnTo>
                  <a:lnTo>
                    <a:pt x="3681043" y="108251"/>
                  </a:lnTo>
                  <a:lnTo>
                    <a:pt x="3684204" y="114164"/>
                  </a:lnTo>
                  <a:lnTo>
                    <a:pt x="3698352" y="151760"/>
                  </a:lnTo>
                  <a:lnTo>
                    <a:pt x="3701289" y="164833"/>
                  </a:lnTo>
                  <a:lnTo>
                    <a:pt x="3702598" y="171412"/>
                  </a:lnTo>
                  <a:lnTo>
                    <a:pt x="3703581" y="178040"/>
                  </a:lnTo>
                  <a:lnTo>
                    <a:pt x="3704238" y="184716"/>
                  </a:lnTo>
                  <a:lnTo>
                    <a:pt x="3704895" y="191390"/>
                  </a:lnTo>
                  <a:lnTo>
                    <a:pt x="3705224" y="198080"/>
                  </a:lnTo>
                  <a:lnTo>
                    <a:pt x="3705224" y="204787"/>
                  </a:lnTo>
                  <a:lnTo>
                    <a:pt x="3705224" y="3014662"/>
                  </a:lnTo>
                  <a:lnTo>
                    <a:pt x="3705224" y="3021368"/>
                  </a:lnTo>
                  <a:lnTo>
                    <a:pt x="3704895" y="3028057"/>
                  </a:lnTo>
                  <a:lnTo>
                    <a:pt x="3704238" y="3034730"/>
                  </a:lnTo>
                  <a:lnTo>
                    <a:pt x="3703581" y="3041404"/>
                  </a:lnTo>
                  <a:lnTo>
                    <a:pt x="3702598" y="3048032"/>
                  </a:lnTo>
                  <a:lnTo>
                    <a:pt x="3701289" y="3054608"/>
                  </a:lnTo>
                  <a:lnTo>
                    <a:pt x="3699980" y="3061189"/>
                  </a:lnTo>
                  <a:lnTo>
                    <a:pt x="3689635" y="3093025"/>
                  </a:lnTo>
                  <a:lnTo>
                    <a:pt x="3687069" y="3099224"/>
                  </a:lnTo>
                  <a:lnTo>
                    <a:pt x="3684205" y="3105280"/>
                  </a:lnTo>
                  <a:lnTo>
                    <a:pt x="3681043" y="3111196"/>
                  </a:lnTo>
                  <a:lnTo>
                    <a:pt x="3677881" y="3117116"/>
                  </a:lnTo>
                  <a:lnTo>
                    <a:pt x="3674437" y="3122860"/>
                  </a:lnTo>
                  <a:lnTo>
                    <a:pt x="3670711" y="3128431"/>
                  </a:lnTo>
                  <a:lnTo>
                    <a:pt x="3666984" y="3134008"/>
                  </a:lnTo>
                  <a:lnTo>
                    <a:pt x="3645243" y="3159467"/>
                  </a:lnTo>
                  <a:lnTo>
                    <a:pt x="3640501" y="3164211"/>
                  </a:lnTo>
                  <a:lnTo>
                    <a:pt x="3635537" y="3168709"/>
                  </a:lnTo>
                  <a:lnTo>
                    <a:pt x="3630352" y="3172963"/>
                  </a:lnTo>
                  <a:lnTo>
                    <a:pt x="3625168" y="3177219"/>
                  </a:lnTo>
                  <a:lnTo>
                    <a:pt x="3619787" y="3181210"/>
                  </a:lnTo>
                  <a:lnTo>
                    <a:pt x="3614210" y="3184935"/>
                  </a:lnTo>
                  <a:lnTo>
                    <a:pt x="3608633" y="3188661"/>
                  </a:lnTo>
                  <a:lnTo>
                    <a:pt x="3602887" y="3192107"/>
                  </a:lnTo>
                  <a:lnTo>
                    <a:pt x="3596972" y="3195264"/>
                  </a:lnTo>
                  <a:lnTo>
                    <a:pt x="3591057" y="3198428"/>
                  </a:lnTo>
                  <a:lnTo>
                    <a:pt x="3585002" y="3201293"/>
                  </a:lnTo>
                  <a:lnTo>
                    <a:pt x="3578805" y="3203855"/>
                  </a:lnTo>
                  <a:lnTo>
                    <a:pt x="3572609" y="3206427"/>
                  </a:lnTo>
                  <a:lnTo>
                    <a:pt x="3566302" y="3208682"/>
                  </a:lnTo>
                  <a:lnTo>
                    <a:pt x="3559883" y="3210626"/>
                  </a:lnTo>
                  <a:lnTo>
                    <a:pt x="3553465" y="3212575"/>
                  </a:lnTo>
                  <a:lnTo>
                    <a:pt x="3546967" y="3214203"/>
                  </a:lnTo>
                  <a:lnTo>
                    <a:pt x="3540388" y="3215510"/>
                  </a:lnTo>
                  <a:lnTo>
                    <a:pt x="3533810" y="3216817"/>
                  </a:lnTo>
                  <a:lnTo>
                    <a:pt x="3527184" y="3217802"/>
                  </a:lnTo>
                  <a:lnTo>
                    <a:pt x="3520509" y="3218459"/>
                  </a:lnTo>
                  <a:lnTo>
                    <a:pt x="3513835" y="3219119"/>
                  </a:lnTo>
                  <a:lnTo>
                    <a:pt x="3507144" y="3219449"/>
                  </a:lnTo>
                  <a:lnTo>
                    <a:pt x="3500437" y="3219449"/>
                  </a:lnTo>
                  <a:lnTo>
                    <a:pt x="204787" y="3219449"/>
                  </a:lnTo>
                  <a:lnTo>
                    <a:pt x="198080" y="3219449"/>
                  </a:lnTo>
                  <a:lnTo>
                    <a:pt x="191389" y="3219119"/>
                  </a:lnTo>
                  <a:lnTo>
                    <a:pt x="184714" y="3218459"/>
                  </a:lnTo>
                  <a:lnTo>
                    <a:pt x="178039" y="3217802"/>
                  </a:lnTo>
                  <a:lnTo>
                    <a:pt x="145340" y="3210626"/>
                  </a:lnTo>
                  <a:lnTo>
                    <a:pt x="138922" y="3208682"/>
                  </a:lnTo>
                  <a:lnTo>
                    <a:pt x="132615" y="3206427"/>
                  </a:lnTo>
                  <a:lnTo>
                    <a:pt x="126418" y="3203855"/>
                  </a:lnTo>
                  <a:lnTo>
                    <a:pt x="120222" y="3201293"/>
                  </a:lnTo>
                  <a:lnTo>
                    <a:pt x="114166" y="3198428"/>
                  </a:lnTo>
                  <a:lnTo>
                    <a:pt x="108251" y="3195264"/>
                  </a:lnTo>
                  <a:lnTo>
                    <a:pt x="102336" y="3192107"/>
                  </a:lnTo>
                  <a:lnTo>
                    <a:pt x="74871" y="3172963"/>
                  </a:lnTo>
                  <a:lnTo>
                    <a:pt x="69687" y="3168709"/>
                  </a:lnTo>
                  <a:lnTo>
                    <a:pt x="64723" y="3164211"/>
                  </a:lnTo>
                  <a:lnTo>
                    <a:pt x="59980" y="3159467"/>
                  </a:lnTo>
                  <a:lnTo>
                    <a:pt x="55238" y="3154723"/>
                  </a:lnTo>
                  <a:lnTo>
                    <a:pt x="34512" y="3128431"/>
                  </a:lnTo>
                  <a:lnTo>
                    <a:pt x="30786" y="3122860"/>
                  </a:lnTo>
                  <a:lnTo>
                    <a:pt x="27342" y="3117116"/>
                  </a:lnTo>
                  <a:lnTo>
                    <a:pt x="24180" y="3111196"/>
                  </a:lnTo>
                  <a:lnTo>
                    <a:pt x="21019" y="3105280"/>
                  </a:lnTo>
                  <a:lnTo>
                    <a:pt x="18155" y="3099224"/>
                  </a:lnTo>
                  <a:lnTo>
                    <a:pt x="15588" y="3093025"/>
                  </a:lnTo>
                  <a:lnTo>
                    <a:pt x="13021" y="3086830"/>
                  </a:lnTo>
                  <a:lnTo>
                    <a:pt x="10764" y="3080523"/>
                  </a:lnTo>
                  <a:lnTo>
                    <a:pt x="8818" y="3074104"/>
                  </a:lnTo>
                  <a:lnTo>
                    <a:pt x="6871" y="3067686"/>
                  </a:lnTo>
                  <a:lnTo>
                    <a:pt x="5243" y="3061189"/>
                  </a:lnTo>
                  <a:lnTo>
                    <a:pt x="3934" y="3054608"/>
                  </a:lnTo>
                  <a:lnTo>
                    <a:pt x="2626" y="3048032"/>
                  </a:lnTo>
                  <a:lnTo>
                    <a:pt x="1643" y="3041404"/>
                  </a:lnTo>
                  <a:lnTo>
                    <a:pt x="986" y="3034730"/>
                  </a:lnTo>
                  <a:lnTo>
                    <a:pt x="328" y="3028057"/>
                  </a:lnTo>
                  <a:lnTo>
                    <a:pt x="0" y="3021368"/>
                  </a:lnTo>
                  <a:lnTo>
                    <a:pt x="0" y="301466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343024" y="641984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8"/>
                  </a:lnTo>
                  <a:lnTo>
                    <a:pt x="94749" y="525048"/>
                  </a:lnTo>
                  <a:lnTo>
                    <a:pt x="57756" y="505276"/>
                  </a:lnTo>
                  <a:lnTo>
                    <a:pt x="28120" y="475638"/>
                  </a:lnTo>
                  <a:lnTo>
                    <a:pt x="8347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50" y="101398"/>
                  </a:lnTo>
                  <a:lnTo>
                    <a:pt x="24078" y="63496"/>
                  </a:lnTo>
                  <a:lnTo>
                    <a:pt x="52234" y="32428"/>
                  </a:lnTo>
                  <a:lnTo>
                    <a:pt x="88198" y="10873"/>
                  </a:lnTo>
                  <a:lnTo>
                    <a:pt x="128870" y="685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9" y="6150"/>
                  </a:lnTo>
                  <a:lnTo>
                    <a:pt x="469901" y="24077"/>
                  </a:lnTo>
                  <a:lnTo>
                    <a:pt x="500969" y="52232"/>
                  </a:lnTo>
                  <a:lnTo>
                    <a:pt x="522524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9" y="431995"/>
                  </a:lnTo>
                  <a:lnTo>
                    <a:pt x="509321" y="469899"/>
                  </a:lnTo>
                  <a:lnTo>
                    <a:pt x="481164" y="500967"/>
                  </a:lnTo>
                  <a:lnTo>
                    <a:pt x="445200" y="522521"/>
                  </a:lnTo>
                  <a:lnTo>
                    <a:pt x="404529" y="532713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DDF1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8602" y="6573202"/>
              <a:ext cx="182244" cy="22669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30324" y="6972934"/>
            <a:ext cx="2934335" cy="139446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10" b="1">
                <a:solidFill>
                  <a:srgbClr val="15203A"/>
                </a:solidFill>
                <a:latin typeface="Tahoma"/>
                <a:cs typeface="Tahoma"/>
              </a:rPr>
              <a:t>Memory</a:t>
            </a:r>
            <a:r>
              <a:rPr dirty="0" sz="1950" spc="-114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25" b="1">
                <a:solidFill>
                  <a:srgbClr val="15203A"/>
                </a:solidFill>
                <a:latin typeface="Tahoma"/>
                <a:cs typeface="Tahoma"/>
              </a:rPr>
              <a:t>tab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509"/>
              </a:spcBef>
            </a:pP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Runs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chart,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lessons</a:t>
            </a:r>
            <a:r>
              <a:rPr dirty="0" sz="15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with</a:t>
            </a:r>
            <a:r>
              <a:rPr dirty="0" sz="1500" spc="-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used</a:t>
            </a:r>
            <a:r>
              <a:rPr dirty="0" sz="150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646B7D"/>
                </a:solidFill>
                <a:latin typeface="Tahoma"/>
                <a:cs typeface="Tahoma"/>
              </a:rPr>
              <a:t>/ </a:t>
            </a:r>
            <a:r>
              <a:rPr dirty="0" sz="1500" spc="75">
                <a:solidFill>
                  <a:srgbClr val="646B7D"/>
                </a:solidFill>
                <a:latin typeface="Tahoma"/>
                <a:cs typeface="Tahoma"/>
              </a:rPr>
              <a:t>helpful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646B7D"/>
                </a:solidFill>
                <a:latin typeface="Tahoma"/>
                <a:cs typeface="Tahoma"/>
              </a:rPr>
              <a:t>counts,</a:t>
            </a:r>
            <a:r>
              <a:rPr dirty="0" sz="15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646B7D"/>
                </a:solidFill>
                <a:latin typeface="Tahoma"/>
                <a:cs typeface="Tahoma"/>
              </a:rPr>
              <a:t>and</a:t>
            </a:r>
            <a:r>
              <a:rPr dirty="0" sz="1500" spc="3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646B7D"/>
                </a:solidFill>
                <a:latin typeface="Tahoma"/>
                <a:cs typeface="Tahoma"/>
              </a:rPr>
              <a:t>trusted </a:t>
            </a:r>
            <a:r>
              <a:rPr dirty="0" sz="1500" spc="110">
                <a:solidFill>
                  <a:srgbClr val="646B7D"/>
                </a:solidFill>
                <a:latin typeface="Tahoma"/>
                <a:cs typeface="Tahoma"/>
              </a:rPr>
              <a:t>sources</a:t>
            </a:r>
            <a:r>
              <a:rPr dirty="0" sz="1500" spc="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with</a:t>
            </a:r>
            <a:r>
              <a:rPr dirty="0" sz="1500" spc="-1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verified</a:t>
            </a:r>
            <a:r>
              <a:rPr dirty="0" sz="150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646B7D"/>
                </a:solidFill>
                <a:latin typeface="Tahoma"/>
                <a:cs typeface="Tahoma"/>
              </a:rPr>
              <a:t>facts.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30324" y="8883650"/>
            <a:ext cx="114427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10" b="1">
                <a:solidFill>
                  <a:srgbClr val="2A3653"/>
                </a:solidFill>
                <a:latin typeface="Tahoma"/>
                <a:cs typeface="Tahoma"/>
              </a:rPr>
              <a:t>MEMO</a:t>
            </a:r>
            <a:r>
              <a:rPr dirty="0" sz="1100" spc="-18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RY</a:t>
            </a:r>
            <a:r>
              <a:rPr dirty="0" sz="1100" spc="22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TAB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72049" y="6143623"/>
            <a:ext cx="3714750" cy="3228975"/>
            <a:chOff x="4972049" y="6143623"/>
            <a:chExt cx="3714750" cy="3228975"/>
          </a:xfrm>
        </p:grpSpPr>
        <p:sp>
          <p:nvSpPr>
            <p:cNvPr id="36" name="object 36"/>
            <p:cNvSpPr/>
            <p:nvPr/>
          </p:nvSpPr>
          <p:spPr>
            <a:xfrm>
              <a:off x="4976811" y="6148387"/>
              <a:ext cx="3705225" cy="3219450"/>
            </a:xfrm>
            <a:custGeom>
              <a:avLst/>
              <a:gdLst/>
              <a:ahLst/>
              <a:cxnLst/>
              <a:rect l="l" t="t" r="r" b="b"/>
              <a:pathLst>
                <a:path w="3705225" h="3219450">
                  <a:moveTo>
                    <a:pt x="3507144" y="3219447"/>
                  </a:moveTo>
                  <a:lnTo>
                    <a:pt x="198081" y="3219447"/>
                  </a:lnTo>
                  <a:lnTo>
                    <a:pt x="191390" y="3219117"/>
                  </a:lnTo>
                  <a:lnTo>
                    <a:pt x="151759" y="3212573"/>
                  </a:lnTo>
                  <a:lnTo>
                    <a:pt x="114167" y="3198426"/>
                  </a:lnTo>
                  <a:lnTo>
                    <a:pt x="80056" y="3177217"/>
                  </a:lnTo>
                  <a:lnTo>
                    <a:pt x="50739" y="3149759"/>
                  </a:lnTo>
                  <a:lnTo>
                    <a:pt x="27343" y="3117114"/>
                  </a:lnTo>
                  <a:lnTo>
                    <a:pt x="10765" y="3080521"/>
                  </a:lnTo>
                  <a:lnTo>
                    <a:pt x="1644" y="3041402"/>
                  </a:lnTo>
                  <a:lnTo>
                    <a:pt x="0" y="3021366"/>
                  </a:lnTo>
                  <a:lnTo>
                    <a:pt x="0" y="3014660"/>
                  </a:lnTo>
                  <a:lnTo>
                    <a:pt x="0" y="198079"/>
                  </a:lnTo>
                  <a:lnTo>
                    <a:pt x="5243" y="158253"/>
                  </a:lnTo>
                  <a:lnTo>
                    <a:pt x="18155" y="120218"/>
                  </a:lnTo>
                  <a:lnTo>
                    <a:pt x="38239" y="85432"/>
                  </a:lnTo>
                  <a:lnTo>
                    <a:pt x="64723" y="55234"/>
                  </a:lnTo>
                  <a:lnTo>
                    <a:pt x="96590" y="30784"/>
                  </a:lnTo>
                  <a:lnTo>
                    <a:pt x="132615" y="13020"/>
                  </a:lnTo>
                  <a:lnTo>
                    <a:pt x="171413" y="2626"/>
                  </a:lnTo>
                  <a:lnTo>
                    <a:pt x="198081" y="0"/>
                  </a:lnTo>
                  <a:lnTo>
                    <a:pt x="3507144" y="0"/>
                  </a:lnTo>
                  <a:lnTo>
                    <a:pt x="3546967" y="5241"/>
                  </a:lnTo>
                  <a:lnTo>
                    <a:pt x="3585002" y="18152"/>
                  </a:lnTo>
                  <a:lnTo>
                    <a:pt x="3619786" y="38235"/>
                  </a:lnTo>
                  <a:lnTo>
                    <a:pt x="3649987" y="64719"/>
                  </a:lnTo>
                  <a:lnTo>
                    <a:pt x="3674437" y="96587"/>
                  </a:lnTo>
                  <a:lnTo>
                    <a:pt x="3692202" y="132610"/>
                  </a:lnTo>
                  <a:lnTo>
                    <a:pt x="3702598" y="171410"/>
                  </a:lnTo>
                  <a:lnTo>
                    <a:pt x="3705225" y="198079"/>
                  </a:lnTo>
                  <a:lnTo>
                    <a:pt x="3705225" y="3021366"/>
                  </a:lnTo>
                  <a:lnTo>
                    <a:pt x="3699981" y="3061188"/>
                  </a:lnTo>
                  <a:lnTo>
                    <a:pt x="3687068" y="3099222"/>
                  </a:lnTo>
                  <a:lnTo>
                    <a:pt x="3666985" y="3134006"/>
                  </a:lnTo>
                  <a:lnTo>
                    <a:pt x="3640501" y="3164209"/>
                  </a:lnTo>
                  <a:lnTo>
                    <a:pt x="3608633" y="3188659"/>
                  </a:lnTo>
                  <a:lnTo>
                    <a:pt x="3572610" y="3206425"/>
                  </a:lnTo>
                  <a:lnTo>
                    <a:pt x="3533811" y="3216815"/>
                  </a:lnTo>
                  <a:lnTo>
                    <a:pt x="3513836" y="3219117"/>
                  </a:lnTo>
                  <a:lnTo>
                    <a:pt x="3507144" y="3219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976811" y="6148385"/>
              <a:ext cx="3705225" cy="3219450"/>
            </a:xfrm>
            <a:custGeom>
              <a:avLst/>
              <a:gdLst/>
              <a:ahLst/>
              <a:cxnLst/>
              <a:rect l="l" t="t" r="r" b="b"/>
              <a:pathLst>
                <a:path w="3705225" h="3219450">
                  <a:moveTo>
                    <a:pt x="0" y="301466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90"/>
                  </a:lnTo>
                  <a:lnTo>
                    <a:pt x="986" y="184714"/>
                  </a:lnTo>
                  <a:lnTo>
                    <a:pt x="1644" y="178038"/>
                  </a:lnTo>
                  <a:lnTo>
                    <a:pt x="2626" y="171409"/>
                  </a:lnTo>
                  <a:lnTo>
                    <a:pt x="13021" y="132612"/>
                  </a:lnTo>
                  <a:lnTo>
                    <a:pt x="24181" y="108251"/>
                  </a:lnTo>
                  <a:lnTo>
                    <a:pt x="27343" y="102335"/>
                  </a:lnTo>
                  <a:lnTo>
                    <a:pt x="46484" y="74870"/>
                  </a:lnTo>
                  <a:lnTo>
                    <a:pt x="50739" y="69686"/>
                  </a:lnTo>
                  <a:lnTo>
                    <a:pt x="74872" y="46482"/>
                  </a:lnTo>
                  <a:lnTo>
                    <a:pt x="80056" y="42227"/>
                  </a:lnTo>
                  <a:lnTo>
                    <a:pt x="108252" y="24182"/>
                  </a:lnTo>
                  <a:lnTo>
                    <a:pt x="114167" y="21019"/>
                  </a:lnTo>
                  <a:lnTo>
                    <a:pt x="145341" y="8818"/>
                  </a:lnTo>
                  <a:lnTo>
                    <a:pt x="151759" y="6871"/>
                  </a:lnTo>
                  <a:lnTo>
                    <a:pt x="184715" y="990"/>
                  </a:lnTo>
                  <a:lnTo>
                    <a:pt x="191390" y="332"/>
                  </a:lnTo>
                  <a:lnTo>
                    <a:pt x="198081" y="1"/>
                  </a:lnTo>
                  <a:lnTo>
                    <a:pt x="204788" y="0"/>
                  </a:lnTo>
                  <a:lnTo>
                    <a:pt x="3500437" y="0"/>
                  </a:lnTo>
                  <a:lnTo>
                    <a:pt x="3507144" y="1"/>
                  </a:lnTo>
                  <a:lnTo>
                    <a:pt x="3513836" y="330"/>
                  </a:lnTo>
                  <a:lnTo>
                    <a:pt x="3520510" y="988"/>
                  </a:lnTo>
                  <a:lnTo>
                    <a:pt x="3527185" y="1646"/>
                  </a:lnTo>
                  <a:lnTo>
                    <a:pt x="3559884" y="8818"/>
                  </a:lnTo>
                  <a:lnTo>
                    <a:pt x="3566302" y="10764"/>
                  </a:lnTo>
                  <a:lnTo>
                    <a:pt x="3596972" y="24182"/>
                  </a:lnTo>
                  <a:lnTo>
                    <a:pt x="3602887" y="27342"/>
                  </a:lnTo>
                  <a:lnTo>
                    <a:pt x="3630352" y="46482"/>
                  </a:lnTo>
                  <a:lnTo>
                    <a:pt x="3635537" y="50736"/>
                  </a:lnTo>
                  <a:lnTo>
                    <a:pt x="3658740" y="74870"/>
                  </a:lnTo>
                  <a:lnTo>
                    <a:pt x="3662995" y="80052"/>
                  </a:lnTo>
                  <a:lnTo>
                    <a:pt x="3681043" y="108251"/>
                  </a:lnTo>
                  <a:lnTo>
                    <a:pt x="3684205" y="114164"/>
                  </a:lnTo>
                  <a:lnTo>
                    <a:pt x="3698354" y="151760"/>
                  </a:lnTo>
                  <a:lnTo>
                    <a:pt x="3701290" y="164833"/>
                  </a:lnTo>
                  <a:lnTo>
                    <a:pt x="3702598" y="171412"/>
                  </a:lnTo>
                  <a:lnTo>
                    <a:pt x="3703582" y="178040"/>
                  </a:lnTo>
                  <a:lnTo>
                    <a:pt x="3704239" y="184716"/>
                  </a:lnTo>
                  <a:lnTo>
                    <a:pt x="3704897" y="191390"/>
                  </a:lnTo>
                  <a:lnTo>
                    <a:pt x="3705225" y="198080"/>
                  </a:lnTo>
                  <a:lnTo>
                    <a:pt x="3705225" y="204787"/>
                  </a:lnTo>
                  <a:lnTo>
                    <a:pt x="3705225" y="3014662"/>
                  </a:lnTo>
                  <a:lnTo>
                    <a:pt x="3701290" y="3054608"/>
                  </a:lnTo>
                  <a:lnTo>
                    <a:pt x="3699981" y="3061189"/>
                  </a:lnTo>
                  <a:lnTo>
                    <a:pt x="3698354" y="3067686"/>
                  </a:lnTo>
                  <a:lnTo>
                    <a:pt x="3696407" y="3074104"/>
                  </a:lnTo>
                  <a:lnTo>
                    <a:pt x="3694460" y="3080523"/>
                  </a:lnTo>
                  <a:lnTo>
                    <a:pt x="3692202" y="3086830"/>
                  </a:lnTo>
                  <a:lnTo>
                    <a:pt x="3689635" y="3093025"/>
                  </a:lnTo>
                  <a:lnTo>
                    <a:pt x="3687068" y="3099224"/>
                  </a:lnTo>
                  <a:lnTo>
                    <a:pt x="3684205" y="3105280"/>
                  </a:lnTo>
                  <a:lnTo>
                    <a:pt x="3681043" y="3111196"/>
                  </a:lnTo>
                  <a:lnTo>
                    <a:pt x="3677881" y="3117116"/>
                  </a:lnTo>
                  <a:lnTo>
                    <a:pt x="3674437" y="3122860"/>
                  </a:lnTo>
                  <a:lnTo>
                    <a:pt x="3670711" y="3128431"/>
                  </a:lnTo>
                  <a:lnTo>
                    <a:pt x="3666985" y="3134008"/>
                  </a:lnTo>
                  <a:lnTo>
                    <a:pt x="3662994" y="3139389"/>
                  </a:lnTo>
                  <a:lnTo>
                    <a:pt x="3658739" y="3144575"/>
                  </a:lnTo>
                  <a:lnTo>
                    <a:pt x="3654485" y="3149761"/>
                  </a:lnTo>
                  <a:lnTo>
                    <a:pt x="3649987" y="3154723"/>
                  </a:lnTo>
                  <a:lnTo>
                    <a:pt x="3645244" y="3159467"/>
                  </a:lnTo>
                  <a:lnTo>
                    <a:pt x="3640501" y="3164211"/>
                  </a:lnTo>
                  <a:lnTo>
                    <a:pt x="3635537" y="3168709"/>
                  </a:lnTo>
                  <a:lnTo>
                    <a:pt x="3630353" y="3172963"/>
                  </a:lnTo>
                  <a:lnTo>
                    <a:pt x="3625167" y="3177219"/>
                  </a:lnTo>
                  <a:lnTo>
                    <a:pt x="3619786" y="3181210"/>
                  </a:lnTo>
                  <a:lnTo>
                    <a:pt x="3614209" y="3184935"/>
                  </a:lnTo>
                  <a:lnTo>
                    <a:pt x="3608633" y="3188661"/>
                  </a:lnTo>
                  <a:lnTo>
                    <a:pt x="3602887" y="3192107"/>
                  </a:lnTo>
                  <a:lnTo>
                    <a:pt x="3596972" y="3195264"/>
                  </a:lnTo>
                  <a:lnTo>
                    <a:pt x="3591058" y="3198428"/>
                  </a:lnTo>
                  <a:lnTo>
                    <a:pt x="3585002" y="3201293"/>
                  </a:lnTo>
                  <a:lnTo>
                    <a:pt x="3578805" y="3203855"/>
                  </a:lnTo>
                  <a:lnTo>
                    <a:pt x="3572610" y="3206427"/>
                  </a:lnTo>
                  <a:lnTo>
                    <a:pt x="3566302" y="3208682"/>
                  </a:lnTo>
                  <a:lnTo>
                    <a:pt x="3559884" y="3210626"/>
                  </a:lnTo>
                  <a:lnTo>
                    <a:pt x="3553466" y="3212575"/>
                  </a:lnTo>
                  <a:lnTo>
                    <a:pt x="3546968" y="3214203"/>
                  </a:lnTo>
                  <a:lnTo>
                    <a:pt x="3540389" y="3215510"/>
                  </a:lnTo>
                  <a:lnTo>
                    <a:pt x="3533811" y="3216817"/>
                  </a:lnTo>
                  <a:lnTo>
                    <a:pt x="3527185" y="3217802"/>
                  </a:lnTo>
                  <a:lnTo>
                    <a:pt x="3520510" y="3218459"/>
                  </a:lnTo>
                  <a:lnTo>
                    <a:pt x="3513836" y="3219119"/>
                  </a:lnTo>
                  <a:lnTo>
                    <a:pt x="3507144" y="3219449"/>
                  </a:lnTo>
                  <a:lnTo>
                    <a:pt x="3500437" y="3219449"/>
                  </a:lnTo>
                  <a:lnTo>
                    <a:pt x="204788" y="3219449"/>
                  </a:lnTo>
                  <a:lnTo>
                    <a:pt x="198081" y="3219449"/>
                  </a:lnTo>
                  <a:lnTo>
                    <a:pt x="191390" y="3219119"/>
                  </a:lnTo>
                  <a:lnTo>
                    <a:pt x="184715" y="3218459"/>
                  </a:lnTo>
                  <a:lnTo>
                    <a:pt x="178040" y="3217802"/>
                  </a:lnTo>
                  <a:lnTo>
                    <a:pt x="171413" y="3216817"/>
                  </a:lnTo>
                  <a:lnTo>
                    <a:pt x="164835" y="3215510"/>
                  </a:lnTo>
                  <a:lnTo>
                    <a:pt x="158257" y="3214203"/>
                  </a:lnTo>
                  <a:lnTo>
                    <a:pt x="151759" y="3212575"/>
                  </a:lnTo>
                  <a:lnTo>
                    <a:pt x="145341" y="3210626"/>
                  </a:lnTo>
                  <a:lnTo>
                    <a:pt x="138923" y="3208682"/>
                  </a:lnTo>
                  <a:lnTo>
                    <a:pt x="132615" y="3206427"/>
                  </a:lnTo>
                  <a:lnTo>
                    <a:pt x="126419" y="3203855"/>
                  </a:lnTo>
                  <a:lnTo>
                    <a:pt x="120222" y="3201293"/>
                  </a:lnTo>
                  <a:lnTo>
                    <a:pt x="114167" y="3198428"/>
                  </a:lnTo>
                  <a:lnTo>
                    <a:pt x="108252" y="3195264"/>
                  </a:lnTo>
                  <a:lnTo>
                    <a:pt x="102336" y="3192107"/>
                  </a:lnTo>
                  <a:lnTo>
                    <a:pt x="74872" y="3172963"/>
                  </a:lnTo>
                  <a:lnTo>
                    <a:pt x="69687" y="3168709"/>
                  </a:lnTo>
                  <a:lnTo>
                    <a:pt x="64723" y="3164211"/>
                  </a:lnTo>
                  <a:lnTo>
                    <a:pt x="59981" y="3159467"/>
                  </a:lnTo>
                  <a:lnTo>
                    <a:pt x="55238" y="3154723"/>
                  </a:lnTo>
                  <a:lnTo>
                    <a:pt x="34512" y="3128431"/>
                  </a:lnTo>
                  <a:lnTo>
                    <a:pt x="30786" y="3122860"/>
                  </a:lnTo>
                  <a:lnTo>
                    <a:pt x="27343" y="3117116"/>
                  </a:lnTo>
                  <a:lnTo>
                    <a:pt x="24181" y="3111196"/>
                  </a:lnTo>
                  <a:lnTo>
                    <a:pt x="21019" y="3105280"/>
                  </a:lnTo>
                  <a:lnTo>
                    <a:pt x="18155" y="3099224"/>
                  </a:lnTo>
                  <a:lnTo>
                    <a:pt x="15588" y="3093025"/>
                  </a:lnTo>
                  <a:lnTo>
                    <a:pt x="13021" y="3086830"/>
                  </a:lnTo>
                  <a:lnTo>
                    <a:pt x="10765" y="3080523"/>
                  </a:lnTo>
                  <a:lnTo>
                    <a:pt x="8818" y="3074104"/>
                  </a:lnTo>
                  <a:lnTo>
                    <a:pt x="6871" y="3067686"/>
                  </a:lnTo>
                  <a:lnTo>
                    <a:pt x="5243" y="3061189"/>
                  </a:lnTo>
                  <a:lnTo>
                    <a:pt x="3935" y="3054608"/>
                  </a:lnTo>
                  <a:lnTo>
                    <a:pt x="2626" y="3048032"/>
                  </a:lnTo>
                  <a:lnTo>
                    <a:pt x="1644" y="3041404"/>
                  </a:lnTo>
                  <a:lnTo>
                    <a:pt x="986" y="3034730"/>
                  </a:lnTo>
                  <a:lnTo>
                    <a:pt x="328" y="3028057"/>
                  </a:lnTo>
                  <a:lnTo>
                    <a:pt x="0" y="3021368"/>
                  </a:lnTo>
                  <a:lnTo>
                    <a:pt x="0" y="301466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248274" y="641984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8"/>
                  </a:lnTo>
                  <a:lnTo>
                    <a:pt x="94748" y="525048"/>
                  </a:lnTo>
                  <a:lnTo>
                    <a:pt x="57756" y="505276"/>
                  </a:lnTo>
                  <a:lnTo>
                    <a:pt x="28120" y="475638"/>
                  </a:lnTo>
                  <a:lnTo>
                    <a:pt x="8347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50" y="101398"/>
                  </a:lnTo>
                  <a:lnTo>
                    <a:pt x="24078" y="63496"/>
                  </a:lnTo>
                  <a:lnTo>
                    <a:pt x="52234" y="32428"/>
                  </a:lnTo>
                  <a:lnTo>
                    <a:pt x="88198" y="10873"/>
                  </a:lnTo>
                  <a:lnTo>
                    <a:pt x="128870" y="685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8" y="6150"/>
                  </a:lnTo>
                  <a:lnTo>
                    <a:pt x="469901" y="24077"/>
                  </a:lnTo>
                  <a:lnTo>
                    <a:pt x="500969" y="52232"/>
                  </a:lnTo>
                  <a:lnTo>
                    <a:pt x="522523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8" y="431995"/>
                  </a:lnTo>
                  <a:lnTo>
                    <a:pt x="509321" y="469899"/>
                  </a:lnTo>
                  <a:lnTo>
                    <a:pt x="481164" y="500967"/>
                  </a:lnTo>
                  <a:lnTo>
                    <a:pt x="445200" y="522521"/>
                  </a:lnTo>
                  <a:lnTo>
                    <a:pt x="404528" y="532713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FAE3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426074" y="6596470"/>
              <a:ext cx="178435" cy="178435"/>
            </a:xfrm>
            <a:custGeom>
              <a:avLst/>
              <a:gdLst/>
              <a:ahLst/>
              <a:cxnLst/>
              <a:rect l="l" t="t" r="r" b="b"/>
              <a:pathLst>
                <a:path w="178435" h="178434">
                  <a:moveTo>
                    <a:pt x="0" y="90078"/>
                  </a:moveTo>
                  <a:lnTo>
                    <a:pt x="73" y="96892"/>
                  </a:lnTo>
                  <a:lnTo>
                    <a:pt x="918" y="103609"/>
                  </a:lnTo>
                  <a:lnTo>
                    <a:pt x="2536" y="110228"/>
                  </a:lnTo>
                  <a:lnTo>
                    <a:pt x="4154" y="116847"/>
                  </a:lnTo>
                  <a:lnTo>
                    <a:pt x="25139" y="151450"/>
                  </a:lnTo>
                  <a:lnTo>
                    <a:pt x="35500" y="160200"/>
                  </a:lnTo>
                  <a:lnTo>
                    <a:pt x="40948" y="164293"/>
                  </a:lnTo>
                  <a:lnTo>
                    <a:pt x="79117" y="177744"/>
                  </a:lnTo>
                  <a:lnTo>
                    <a:pt x="85869" y="178231"/>
                  </a:lnTo>
                  <a:lnTo>
                    <a:pt x="92677" y="177941"/>
                  </a:lnTo>
                  <a:lnTo>
                    <a:pt x="99485" y="177651"/>
                  </a:lnTo>
                  <a:lnTo>
                    <a:pt x="106171" y="176592"/>
                  </a:lnTo>
                  <a:lnTo>
                    <a:pt x="112736" y="174765"/>
                  </a:lnTo>
                  <a:lnTo>
                    <a:pt x="119300" y="172937"/>
                  </a:lnTo>
                  <a:lnTo>
                    <a:pt x="125572" y="170389"/>
                  </a:lnTo>
                  <a:lnTo>
                    <a:pt x="131550" y="167119"/>
                  </a:lnTo>
                  <a:lnTo>
                    <a:pt x="137528" y="163850"/>
                  </a:lnTo>
                  <a:lnTo>
                    <a:pt x="143058" y="159944"/>
                  </a:lnTo>
                  <a:lnTo>
                    <a:pt x="148138" y="155403"/>
                  </a:lnTo>
                  <a:lnTo>
                    <a:pt x="153219" y="150862"/>
                  </a:lnTo>
                  <a:lnTo>
                    <a:pt x="171336" y="122387"/>
                  </a:lnTo>
                  <a:lnTo>
                    <a:pt x="173886" y="116068"/>
                  </a:lnTo>
                  <a:lnTo>
                    <a:pt x="175685" y="109542"/>
                  </a:lnTo>
                  <a:lnTo>
                    <a:pt x="176734" y="102809"/>
                  </a:lnTo>
                  <a:lnTo>
                    <a:pt x="177783" y="96076"/>
                  </a:lnTo>
                  <a:lnTo>
                    <a:pt x="178055" y="89312"/>
                  </a:lnTo>
                  <a:lnTo>
                    <a:pt x="177549" y="82517"/>
                  </a:lnTo>
                  <a:lnTo>
                    <a:pt x="177042" y="75722"/>
                  </a:lnTo>
                  <a:lnTo>
                    <a:pt x="165497" y="44008"/>
                  </a:lnTo>
                  <a:lnTo>
                    <a:pt x="162039" y="38136"/>
                  </a:lnTo>
                  <a:lnTo>
                    <a:pt x="131967" y="11054"/>
                  </a:lnTo>
                  <a:lnTo>
                    <a:pt x="119523" y="5664"/>
                  </a:lnTo>
                  <a:lnTo>
                    <a:pt x="113126" y="3316"/>
                  </a:lnTo>
                  <a:lnTo>
                    <a:pt x="106546" y="1725"/>
                  </a:lnTo>
                  <a:lnTo>
                    <a:pt x="99783" y="890"/>
                  </a:lnTo>
                  <a:lnTo>
                    <a:pt x="93020" y="56"/>
                  </a:lnTo>
                  <a:lnTo>
                    <a:pt x="86251" y="0"/>
                  </a:lnTo>
                  <a:lnTo>
                    <a:pt x="79475" y="721"/>
                  </a:lnTo>
                  <a:lnTo>
                    <a:pt x="72700" y="1443"/>
                  </a:lnTo>
                  <a:lnTo>
                    <a:pt x="66094" y="2925"/>
                  </a:lnTo>
                  <a:lnTo>
                    <a:pt x="59659" y="5166"/>
                  </a:lnTo>
                  <a:lnTo>
                    <a:pt x="53224" y="7406"/>
                  </a:lnTo>
                  <a:lnTo>
                    <a:pt x="47127" y="10348"/>
                  </a:lnTo>
                  <a:lnTo>
                    <a:pt x="41369" y="13991"/>
                  </a:lnTo>
                  <a:lnTo>
                    <a:pt x="35610" y="17634"/>
                  </a:lnTo>
                  <a:lnTo>
                    <a:pt x="30340" y="21883"/>
                  </a:lnTo>
                  <a:lnTo>
                    <a:pt x="25558" y="26737"/>
                  </a:lnTo>
                </a:path>
                <a:path w="178435" h="178434">
                  <a:moveTo>
                    <a:pt x="0" y="1178"/>
                  </a:moveTo>
                  <a:lnTo>
                    <a:pt x="0" y="45628"/>
                  </a:lnTo>
                  <a:lnTo>
                    <a:pt x="44449" y="45628"/>
                  </a:lnTo>
                </a:path>
              </a:pathLst>
            </a:custGeom>
            <a:ln w="26669">
              <a:solidFill>
                <a:srgbClr val="D1451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233342" y="6972934"/>
            <a:ext cx="3166110" cy="139446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60" b="1">
                <a:solidFill>
                  <a:srgbClr val="15203A"/>
                </a:solidFill>
                <a:latin typeface="Tahoma"/>
                <a:cs typeface="Tahoma"/>
              </a:rPr>
              <a:t>Replay</a:t>
            </a:r>
            <a:r>
              <a:rPr dirty="0" sz="1950" spc="-4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20" b="1">
                <a:solidFill>
                  <a:srgbClr val="15203A"/>
                </a:solidFill>
                <a:latin typeface="Tahoma"/>
                <a:cs typeface="Tahoma"/>
              </a:rPr>
              <a:t>mode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509"/>
              </a:spcBef>
            </a:pPr>
            <a:r>
              <a:rPr dirty="0" sz="1500" spc="100">
                <a:solidFill>
                  <a:srgbClr val="646B7D"/>
                </a:solidFill>
                <a:latin typeface="Tahoma"/>
                <a:cs typeface="Tahoma"/>
              </a:rPr>
              <a:t>Any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recorded</a:t>
            </a:r>
            <a:r>
              <a:rPr dirty="0" sz="1500" spc="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run,</a:t>
            </a:r>
            <a:r>
              <a:rPr dirty="0" sz="150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646B7D"/>
                </a:solidFill>
                <a:latin typeface="Tahoma"/>
                <a:cs typeface="Tahoma"/>
              </a:rPr>
              <a:t>step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25">
                <a:solidFill>
                  <a:srgbClr val="646B7D"/>
                </a:solidFill>
                <a:latin typeface="Tahoma"/>
                <a:cs typeface="Tahoma"/>
              </a:rPr>
              <a:t>by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step, with</a:t>
            </a:r>
            <a:r>
              <a:rPr dirty="0" sz="15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zero</a:t>
            </a:r>
            <a:r>
              <a:rPr dirty="0" sz="1500" spc="-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646B7D"/>
                </a:solidFill>
                <a:latin typeface="Tahoma"/>
                <a:cs typeface="Tahoma"/>
              </a:rPr>
              <a:t>API</a:t>
            </a:r>
            <a:r>
              <a:rPr dirty="0" sz="150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0">
                <a:solidFill>
                  <a:srgbClr val="646B7D"/>
                </a:solidFill>
                <a:latin typeface="Tahoma"/>
                <a:cs typeface="Tahoma"/>
              </a:rPr>
              <a:t>calls</a:t>
            </a:r>
            <a:r>
              <a:rPr dirty="0" sz="1500" spc="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60">
                <a:solidFill>
                  <a:srgbClr val="646B7D"/>
                </a:solidFill>
                <a:latin typeface="Tahoma"/>
                <a:cs typeface="Tahoma"/>
              </a:rPr>
              <a:t>—</a:t>
            </a:r>
            <a:r>
              <a:rPr dirty="0" sz="150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50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demo</a:t>
            </a:r>
            <a:r>
              <a:rPr dirty="0" sz="1500" spc="-20">
                <a:solidFill>
                  <a:srgbClr val="646B7D"/>
                </a:solidFill>
                <a:latin typeface="Tahoma"/>
                <a:cs typeface="Tahoma"/>
              </a:rPr>
              <a:t> that </a:t>
            </a:r>
            <a:r>
              <a:rPr dirty="0" sz="1500" spc="100">
                <a:solidFill>
                  <a:srgbClr val="646B7D"/>
                </a:solidFill>
                <a:latin typeface="Tahoma"/>
                <a:cs typeface="Tahoma"/>
              </a:rPr>
              <a:t>survives</a:t>
            </a:r>
            <a:r>
              <a:rPr dirty="0" sz="1500" spc="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quota</a:t>
            </a:r>
            <a:r>
              <a:rPr dirty="0" sz="150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35">
                <a:solidFill>
                  <a:srgbClr val="646B7D"/>
                </a:solidFill>
                <a:latin typeface="Tahoma"/>
                <a:cs typeface="Tahoma"/>
              </a:rPr>
              <a:t>limits.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33342" y="8883650"/>
            <a:ext cx="153479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5" b="1">
                <a:solidFill>
                  <a:srgbClr val="2A3653"/>
                </a:solidFill>
                <a:latin typeface="Tahoma"/>
                <a:cs typeface="Tahoma"/>
              </a:rPr>
              <a:t>SIDEBAR</a:t>
            </a:r>
            <a:r>
              <a:rPr dirty="0" sz="1100" spc="20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b="1">
                <a:solidFill>
                  <a:srgbClr val="2A3653"/>
                </a:solidFill>
                <a:latin typeface="Tahoma"/>
                <a:cs typeface="Tahoma"/>
              </a:rPr>
              <a:t>·</a:t>
            </a:r>
            <a:r>
              <a:rPr dirty="0" sz="1100" spc="18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80" b="1">
                <a:solidFill>
                  <a:srgbClr val="2A3653"/>
                </a:solidFill>
                <a:latin typeface="Tahoma"/>
                <a:cs typeface="Tahoma"/>
              </a:rPr>
              <a:t>REPLAY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877299" y="6143623"/>
            <a:ext cx="3705225" cy="3228975"/>
            <a:chOff x="8877299" y="6143623"/>
            <a:chExt cx="3705225" cy="3228975"/>
          </a:xfrm>
        </p:grpSpPr>
        <p:sp>
          <p:nvSpPr>
            <p:cNvPr id="43" name="object 43"/>
            <p:cNvSpPr/>
            <p:nvPr/>
          </p:nvSpPr>
          <p:spPr>
            <a:xfrm>
              <a:off x="8882061" y="6148387"/>
              <a:ext cx="3695700" cy="3219450"/>
            </a:xfrm>
            <a:custGeom>
              <a:avLst/>
              <a:gdLst/>
              <a:ahLst/>
              <a:cxnLst/>
              <a:rect l="l" t="t" r="r" b="b"/>
              <a:pathLst>
                <a:path w="3695700" h="3219450">
                  <a:moveTo>
                    <a:pt x="3497618" y="3219447"/>
                  </a:moveTo>
                  <a:lnTo>
                    <a:pt x="198080" y="3219447"/>
                  </a:lnTo>
                  <a:lnTo>
                    <a:pt x="191390" y="3219117"/>
                  </a:lnTo>
                  <a:lnTo>
                    <a:pt x="151758" y="3212573"/>
                  </a:lnTo>
                  <a:lnTo>
                    <a:pt x="114165" y="3198426"/>
                  </a:lnTo>
                  <a:lnTo>
                    <a:pt x="80055" y="3177217"/>
                  </a:lnTo>
                  <a:lnTo>
                    <a:pt x="50739" y="3149759"/>
                  </a:lnTo>
                  <a:lnTo>
                    <a:pt x="27342" y="3117114"/>
                  </a:lnTo>
                  <a:lnTo>
                    <a:pt x="10765" y="3080521"/>
                  </a:lnTo>
                  <a:lnTo>
                    <a:pt x="1643" y="3041402"/>
                  </a:lnTo>
                  <a:lnTo>
                    <a:pt x="0" y="3014660"/>
                  </a:lnTo>
                  <a:lnTo>
                    <a:pt x="0" y="198079"/>
                  </a:lnTo>
                  <a:lnTo>
                    <a:pt x="5242" y="158253"/>
                  </a:lnTo>
                  <a:lnTo>
                    <a:pt x="18154" y="120218"/>
                  </a:lnTo>
                  <a:lnTo>
                    <a:pt x="38238" y="85432"/>
                  </a:lnTo>
                  <a:lnTo>
                    <a:pt x="64722" y="55234"/>
                  </a:lnTo>
                  <a:lnTo>
                    <a:pt x="96589" y="30784"/>
                  </a:lnTo>
                  <a:lnTo>
                    <a:pt x="132614" y="13020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497618" y="0"/>
                  </a:lnTo>
                  <a:lnTo>
                    <a:pt x="3537440" y="5241"/>
                  </a:lnTo>
                  <a:lnTo>
                    <a:pt x="3575475" y="18152"/>
                  </a:lnTo>
                  <a:lnTo>
                    <a:pt x="3610261" y="38235"/>
                  </a:lnTo>
                  <a:lnTo>
                    <a:pt x="3640460" y="64719"/>
                  </a:lnTo>
                  <a:lnTo>
                    <a:pt x="3664912" y="96587"/>
                  </a:lnTo>
                  <a:lnTo>
                    <a:pt x="3682677" y="132610"/>
                  </a:lnTo>
                  <a:lnTo>
                    <a:pt x="3693073" y="171410"/>
                  </a:lnTo>
                  <a:lnTo>
                    <a:pt x="3695700" y="198079"/>
                  </a:lnTo>
                  <a:lnTo>
                    <a:pt x="3695700" y="3021366"/>
                  </a:lnTo>
                  <a:lnTo>
                    <a:pt x="3690455" y="3061188"/>
                  </a:lnTo>
                  <a:lnTo>
                    <a:pt x="3677543" y="3099222"/>
                  </a:lnTo>
                  <a:lnTo>
                    <a:pt x="3657459" y="3134006"/>
                  </a:lnTo>
                  <a:lnTo>
                    <a:pt x="3630974" y="3164209"/>
                  </a:lnTo>
                  <a:lnTo>
                    <a:pt x="3599107" y="3188659"/>
                  </a:lnTo>
                  <a:lnTo>
                    <a:pt x="3563082" y="3206425"/>
                  </a:lnTo>
                  <a:lnTo>
                    <a:pt x="3524285" y="3216815"/>
                  </a:lnTo>
                  <a:lnTo>
                    <a:pt x="3497618" y="3219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882061" y="6148385"/>
              <a:ext cx="3695700" cy="3219450"/>
            </a:xfrm>
            <a:custGeom>
              <a:avLst/>
              <a:gdLst/>
              <a:ahLst/>
              <a:cxnLst/>
              <a:rect l="l" t="t" r="r" b="b"/>
              <a:pathLst>
                <a:path w="3695700" h="3219450">
                  <a:moveTo>
                    <a:pt x="0" y="301466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9" y="191390"/>
                  </a:lnTo>
                  <a:lnTo>
                    <a:pt x="986" y="184714"/>
                  </a:lnTo>
                  <a:lnTo>
                    <a:pt x="1643" y="178038"/>
                  </a:lnTo>
                  <a:lnTo>
                    <a:pt x="10764" y="138922"/>
                  </a:lnTo>
                  <a:lnTo>
                    <a:pt x="24179" y="108251"/>
                  </a:lnTo>
                  <a:lnTo>
                    <a:pt x="27341" y="102335"/>
                  </a:lnTo>
                  <a:lnTo>
                    <a:pt x="46484" y="74870"/>
                  </a:lnTo>
                  <a:lnTo>
                    <a:pt x="50739" y="69686"/>
                  </a:lnTo>
                  <a:lnTo>
                    <a:pt x="74871" y="46482"/>
                  </a:lnTo>
                  <a:lnTo>
                    <a:pt x="80055" y="42227"/>
                  </a:lnTo>
                  <a:lnTo>
                    <a:pt x="108250" y="24182"/>
                  </a:lnTo>
                  <a:lnTo>
                    <a:pt x="114165" y="21019"/>
                  </a:lnTo>
                  <a:lnTo>
                    <a:pt x="145339" y="8818"/>
                  </a:lnTo>
                  <a:lnTo>
                    <a:pt x="151758" y="6871"/>
                  </a:lnTo>
                  <a:lnTo>
                    <a:pt x="184714" y="990"/>
                  </a:lnTo>
                  <a:lnTo>
                    <a:pt x="191390" y="332"/>
                  </a:lnTo>
                  <a:lnTo>
                    <a:pt x="198080" y="1"/>
                  </a:lnTo>
                  <a:lnTo>
                    <a:pt x="204787" y="0"/>
                  </a:lnTo>
                  <a:lnTo>
                    <a:pt x="3490912" y="0"/>
                  </a:lnTo>
                  <a:lnTo>
                    <a:pt x="3530863" y="3934"/>
                  </a:lnTo>
                  <a:lnTo>
                    <a:pt x="3550357" y="8818"/>
                  </a:lnTo>
                  <a:lnTo>
                    <a:pt x="3556775" y="10764"/>
                  </a:lnTo>
                  <a:lnTo>
                    <a:pt x="3587447" y="24182"/>
                  </a:lnTo>
                  <a:lnTo>
                    <a:pt x="3593361" y="27342"/>
                  </a:lnTo>
                  <a:lnTo>
                    <a:pt x="3620827" y="46482"/>
                  </a:lnTo>
                  <a:lnTo>
                    <a:pt x="3626012" y="50736"/>
                  </a:lnTo>
                  <a:lnTo>
                    <a:pt x="3649214" y="74870"/>
                  </a:lnTo>
                  <a:lnTo>
                    <a:pt x="3653468" y="80052"/>
                  </a:lnTo>
                  <a:lnTo>
                    <a:pt x="3671517" y="108251"/>
                  </a:lnTo>
                  <a:lnTo>
                    <a:pt x="3674678" y="114164"/>
                  </a:lnTo>
                  <a:lnTo>
                    <a:pt x="3677543" y="120220"/>
                  </a:lnTo>
                  <a:lnTo>
                    <a:pt x="3680109" y="126415"/>
                  </a:lnTo>
                  <a:lnTo>
                    <a:pt x="3682677" y="132612"/>
                  </a:lnTo>
                  <a:lnTo>
                    <a:pt x="3691763" y="164833"/>
                  </a:lnTo>
                  <a:lnTo>
                    <a:pt x="3693073" y="171412"/>
                  </a:lnTo>
                  <a:lnTo>
                    <a:pt x="3694056" y="178040"/>
                  </a:lnTo>
                  <a:lnTo>
                    <a:pt x="3694713" y="184716"/>
                  </a:lnTo>
                  <a:lnTo>
                    <a:pt x="3695371" y="191390"/>
                  </a:lnTo>
                  <a:lnTo>
                    <a:pt x="3695700" y="198080"/>
                  </a:lnTo>
                  <a:lnTo>
                    <a:pt x="3695699" y="204787"/>
                  </a:lnTo>
                  <a:lnTo>
                    <a:pt x="3695699" y="3014662"/>
                  </a:lnTo>
                  <a:lnTo>
                    <a:pt x="3695700" y="3021368"/>
                  </a:lnTo>
                  <a:lnTo>
                    <a:pt x="3695371" y="3028057"/>
                  </a:lnTo>
                  <a:lnTo>
                    <a:pt x="3694713" y="3034730"/>
                  </a:lnTo>
                  <a:lnTo>
                    <a:pt x="3694056" y="3041404"/>
                  </a:lnTo>
                  <a:lnTo>
                    <a:pt x="3693073" y="3048032"/>
                  </a:lnTo>
                  <a:lnTo>
                    <a:pt x="3691763" y="3054608"/>
                  </a:lnTo>
                  <a:lnTo>
                    <a:pt x="3690455" y="3061189"/>
                  </a:lnTo>
                  <a:lnTo>
                    <a:pt x="3680109" y="3093025"/>
                  </a:lnTo>
                  <a:lnTo>
                    <a:pt x="3677543" y="3099224"/>
                  </a:lnTo>
                  <a:lnTo>
                    <a:pt x="3674678" y="3105280"/>
                  </a:lnTo>
                  <a:lnTo>
                    <a:pt x="3671517" y="3111196"/>
                  </a:lnTo>
                  <a:lnTo>
                    <a:pt x="3668356" y="3117116"/>
                  </a:lnTo>
                  <a:lnTo>
                    <a:pt x="3664912" y="3122860"/>
                  </a:lnTo>
                  <a:lnTo>
                    <a:pt x="3661185" y="3128431"/>
                  </a:lnTo>
                  <a:lnTo>
                    <a:pt x="3657459" y="3134008"/>
                  </a:lnTo>
                  <a:lnTo>
                    <a:pt x="3635717" y="3159467"/>
                  </a:lnTo>
                  <a:lnTo>
                    <a:pt x="3630974" y="3164211"/>
                  </a:lnTo>
                  <a:lnTo>
                    <a:pt x="3626012" y="3168709"/>
                  </a:lnTo>
                  <a:lnTo>
                    <a:pt x="3620827" y="3172963"/>
                  </a:lnTo>
                  <a:lnTo>
                    <a:pt x="3615642" y="3177219"/>
                  </a:lnTo>
                  <a:lnTo>
                    <a:pt x="3610261" y="3181210"/>
                  </a:lnTo>
                  <a:lnTo>
                    <a:pt x="3604684" y="3184935"/>
                  </a:lnTo>
                  <a:lnTo>
                    <a:pt x="3599107" y="3188661"/>
                  </a:lnTo>
                  <a:lnTo>
                    <a:pt x="3593361" y="3192107"/>
                  </a:lnTo>
                  <a:lnTo>
                    <a:pt x="3587447" y="3195264"/>
                  </a:lnTo>
                  <a:lnTo>
                    <a:pt x="3581532" y="3198428"/>
                  </a:lnTo>
                  <a:lnTo>
                    <a:pt x="3575475" y="3201293"/>
                  </a:lnTo>
                  <a:lnTo>
                    <a:pt x="3569278" y="3203855"/>
                  </a:lnTo>
                  <a:lnTo>
                    <a:pt x="3563082" y="3206427"/>
                  </a:lnTo>
                  <a:lnTo>
                    <a:pt x="3556775" y="3208682"/>
                  </a:lnTo>
                  <a:lnTo>
                    <a:pt x="3550357" y="3210626"/>
                  </a:lnTo>
                  <a:lnTo>
                    <a:pt x="3543939" y="3212575"/>
                  </a:lnTo>
                  <a:lnTo>
                    <a:pt x="3510984" y="3218459"/>
                  </a:lnTo>
                  <a:lnTo>
                    <a:pt x="3504309" y="3219119"/>
                  </a:lnTo>
                  <a:lnTo>
                    <a:pt x="3497618" y="3219449"/>
                  </a:lnTo>
                  <a:lnTo>
                    <a:pt x="3490912" y="3219449"/>
                  </a:lnTo>
                  <a:lnTo>
                    <a:pt x="204787" y="3219449"/>
                  </a:lnTo>
                  <a:lnTo>
                    <a:pt x="198080" y="3219449"/>
                  </a:lnTo>
                  <a:lnTo>
                    <a:pt x="191390" y="3219119"/>
                  </a:lnTo>
                  <a:lnTo>
                    <a:pt x="184714" y="3218459"/>
                  </a:lnTo>
                  <a:lnTo>
                    <a:pt x="178040" y="3217802"/>
                  </a:lnTo>
                  <a:lnTo>
                    <a:pt x="145340" y="3210626"/>
                  </a:lnTo>
                  <a:lnTo>
                    <a:pt x="138921" y="3208682"/>
                  </a:lnTo>
                  <a:lnTo>
                    <a:pt x="132613" y="3206427"/>
                  </a:lnTo>
                  <a:lnTo>
                    <a:pt x="126417" y="3203855"/>
                  </a:lnTo>
                  <a:lnTo>
                    <a:pt x="120221" y="3201293"/>
                  </a:lnTo>
                  <a:lnTo>
                    <a:pt x="114165" y="3198428"/>
                  </a:lnTo>
                  <a:lnTo>
                    <a:pt x="108250" y="3195264"/>
                  </a:lnTo>
                  <a:lnTo>
                    <a:pt x="102335" y="3192107"/>
                  </a:lnTo>
                  <a:lnTo>
                    <a:pt x="74870" y="3172963"/>
                  </a:lnTo>
                  <a:lnTo>
                    <a:pt x="69686" y="3168709"/>
                  </a:lnTo>
                  <a:lnTo>
                    <a:pt x="64722" y="3164211"/>
                  </a:lnTo>
                  <a:lnTo>
                    <a:pt x="59980" y="3159467"/>
                  </a:lnTo>
                  <a:lnTo>
                    <a:pt x="55237" y="3154723"/>
                  </a:lnTo>
                  <a:lnTo>
                    <a:pt x="34511" y="3128431"/>
                  </a:lnTo>
                  <a:lnTo>
                    <a:pt x="30785" y="3122860"/>
                  </a:lnTo>
                  <a:lnTo>
                    <a:pt x="27342" y="3117116"/>
                  </a:lnTo>
                  <a:lnTo>
                    <a:pt x="24180" y="3111196"/>
                  </a:lnTo>
                  <a:lnTo>
                    <a:pt x="21019" y="3105280"/>
                  </a:lnTo>
                  <a:lnTo>
                    <a:pt x="18154" y="3099224"/>
                  </a:lnTo>
                  <a:lnTo>
                    <a:pt x="15588" y="3093025"/>
                  </a:lnTo>
                  <a:lnTo>
                    <a:pt x="13021" y="3086830"/>
                  </a:lnTo>
                  <a:lnTo>
                    <a:pt x="10765" y="3080523"/>
                  </a:lnTo>
                  <a:lnTo>
                    <a:pt x="8818" y="3074104"/>
                  </a:lnTo>
                  <a:lnTo>
                    <a:pt x="6871" y="3067686"/>
                  </a:lnTo>
                  <a:lnTo>
                    <a:pt x="5242" y="3061189"/>
                  </a:lnTo>
                  <a:lnTo>
                    <a:pt x="3934" y="3054608"/>
                  </a:lnTo>
                  <a:lnTo>
                    <a:pt x="2626" y="3048032"/>
                  </a:lnTo>
                  <a:lnTo>
                    <a:pt x="1643" y="3041404"/>
                  </a:lnTo>
                  <a:lnTo>
                    <a:pt x="986" y="3034730"/>
                  </a:lnTo>
                  <a:lnTo>
                    <a:pt x="329" y="3028057"/>
                  </a:lnTo>
                  <a:lnTo>
                    <a:pt x="0" y="3021368"/>
                  </a:lnTo>
                  <a:lnTo>
                    <a:pt x="0" y="3014662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153524" y="641984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90524" y="533399"/>
                  </a:moveTo>
                  <a:lnTo>
                    <a:pt x="142874" y="533399"/>
                  </a:lnTo>
                  <a:lnTo>
                    <a:pt x="135855" y="533228"/>
                  </a:lnTo>
                  <a:lnTo>
                    <a:pt x="94748" y="525048"/>
                  </a:lnTo>
                  <a:lnTo>
                    <a:pt x="57755" y="505276"/>
                  </a:lnTo>
                  <a:lnTo>
                    <a:pt x="28119" y="475638"/>
                  </a:lnTo>
                  <a:lnTo>
                    <a:pt x="8346" y="438645"/>
                  </a:lnTo>
                  <a:lnTo>
                    <a:pt x="171" y="397542"/>
                  </a:lnTo>
                  <a:lnTo>
                    <a:pt x="0" y="390524"/>
                  </a:lnTo>
                  <a:lnTo>
                    <a:pt x="0" y="142874"/>
                  </a:lnTo>
                  <a:lnTo>
                    <a:pt x="6149" y="101398"/>
                  </a:lnTo>
                  <a:lnTo>
                    <a:pt x="24077" y="63496"/>
                  </a:lnTo>
                  <a:lnTo>
                    <a:pt x="52233" y="32428"/>
                  </a:lnTo>
                  <a:lnTo>
                    <a:pt x="88198" y="10873"/>
                  </a:lnTo>
                  <a:lnTo>
                    <a:pt x="128869" y="685"/>
                  </a:lnTo>
                  <a:lnTo>
                    <a:pt x="142874" y="0"/>
                  </a:lnTo>
                  <a:lnTo>
                    <a:pt x="390524" y="0"/>
                  </a:lnTo>
                  <a:lnTo>
                    <a:pt x="431998" y="6150"/>
                  </a:lnTo>
                  <a:lnTo>
                    <a:pt x="469900" y="24077"/>
                  </a:lnTo>
                  <a:lnTo>
                    <a:pt x="500968" y="52232"/>
                  </a:lnTo>
                  <a:lnTo>
                    <a:pt x="522522" y="88194"/>
                  </a:lnTo>
                  <a:lnTo>
                    <a:pt x="532713" y="128870"/>
                  </a:lnTo>
                  <a:lnTo>
                    <a:pt x="533399" y="142874"/>
                  </a:lnTo>
                  <a:lnTo>
                    <a:pt x="533399" y="390524"/>
                  </a:lnTo>
                  <a:lnTo>
                    <a:pt x="527248" y="431995"/>
                  </a:lnTo>
                  <a:lnTo>
                    <a:pt x="509319" y="469899"/>
                  </a:lnTo>
                  <a:lnTo>
                    <a:pt x="481163" y="500967"/>
                  </a:lnTo>
                  <a:lnTo>
                    <a:pt x="445199" y="522521"/>
                  </a:lnTo>
                  <a:lnTo>
                    <a:pt x="404528" y="532713"/>
                  </a:lnTo>
                  <a:lnTo>
                    <a:pt x="390524" y="533399"/>
                  </a:lnTo>
                  <a:close/>
                </a:path>
              </a:pathLst>
            </a:custGeom>
            <a:solidFill>
              <a:srgbClr val="E7EB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342437" y="6642099"/>
              <a:ext cx="155575" cy="88900"/>
            </a:xfrm>
            <a:custGeom>
              <a:avLst/>
              <a:gdLst/>
              <a:ahLst/>
              <a:cxnLst/>
              <a:rect l="l" t="t" r="r" b="b"/>
              <a:pathLst>
                <a:path w="155575" h="88900">
                  <a:moveTo>
                    <a:pt x="0" y="0"/>
                  </a:moveTo>
                  <a:lnTo>
                    <a:pt x="44449" y="44449"/>
                  </a:lnTo>
                  <a:lnTo>
                    <a:pt x="0" y="88899"/>
                  </a:lnTo>
                </a:path>
                <a:path w="155575" h="88900">
                  <a:moveTo>
                    <a:pt x="77787" y="88899"/>
                  </a:moveTo>
                  <a:lnTo>
                    <a:pt x="155574" y="88899"/>
                  </a:lnTo>
                </a:path>
              </a:pathLst>
            </a:custGeom>
            <a:ln w="26669">
              <a:solidFill>
                <a:srgbClr val="1520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153523" y="7524748"/>
              <a:ext cx="2419350" cy="295275"/>
            </a:xfrm>
            <a:custGeom>
              <a:avLst/>
              <a:gdLst/>
              <a:ahLst/>
              <a:cxnLst/>
              <a:rect l="l" t="t" r="r" b="b"/>
              <a:pathLst>
                <a:path w="2419350" h="295275">
                  <a:moveTo>
                    <a:pt x="2365952" y="295273"/>
                  </a:moveTo>
                  <a:lnTo>
                    <a:pt x="53397" y="295273"/>
                  </a:lnTo>
                  <a:lnTo>
                    <a:pt x="49681" y="294907"/>
                  </a:lnTo>
                  <a:lnTo>
                    <a:pt x="14085" y="275881"/>
                  </a:lnTo>
                  <a:lnTo>
                    <a:pt x="0" y="241875"/>
                  </a:lnTo>
                  <a:lnTo>
                    <a:pt x="0" y="238124"/>
                  </a:lnTo>
                  <a:lnTo>
                    <a:pt x="0" y="53394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2365952" y="0"/>
                  </a:lnTo>
                  <a:lnTo>
                    <a:pt x="2405265" y="19391"/>
                  </a:lnTo>
                  <a:lnTo>
                    <a:pt x="2419350" y="53394"/>
                  </a:lnTo>
                  <a:lnTo>
                    <a:pt x="2419350" y="241875"/>
                  </a:lnTo>
                  <a:lnTo>
                    <a:pt x="2399956" y="281187"/>
                  </a:lnTo>
                  <a:lnTo>
                    <a:pt x="2369668" y="294907"/>
                  </a:lnTo>
                  <a:lnTo>
                    <a:pt x="2365952" y="295273"/>
                  </a:lnTo>
                  <a:close/>
                </a:path>
              </a:pathLst>
            </a:custGeom>
            <a:solidFill>
              <a:srgbClr val="F0EC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136360" y="6972934"/>
            <a:ext cx="3034030" cy="139446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950" spc="-30" b="1">
                <a:solidFill>
                  <a:srgbClr val="15203A"/>
                </a:solidFill>
                <a:latin typeface="Tahoma"/>
                <a:cs typeface="Tahoma"/>
              </a:rPr>
              <a:t>Same</a:t>
            </a:r>
            <a:r>
              <a:rPr dirty="0" sz="1950" spc="-14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15203A"/>
                </a:solidFill>
                <a:latin typeface="Tahoma"/>
                <a:cs typeface="Tahoma"/>
              </a:rPr>
              <a:t>story</a:t>
            </a:r>
            <a:r>
              <a:rPr dirty="0" sz="1950" spc="-70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60" b="1">
                <a:solidFill>
                  <a:srgbClr val="15203A"/>
                </a:solidFill>
                <a:latin typeface="Tahoma"/>
                <a:cs typeface="Tahoma"/>
              </a:rPr>
              <a:t>in</a:t>
            </a:r>
            <a:r>
              <a:rPr dirty="0" sz="1950" spc="-114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50" b="1">
                <a:solidFill>
                  <a:srgbClr val="15203A"/>
                </a:solidFill>
                <a:latin typeface="Tahoma"/>
                <a:cs typeface="Tahoma"/>
              </a:rPr>
              <a:t>the</a:t>
            </a:r>
            <a:r>
              <a:rPr dirty="0" sz="1950" spc="-135" b="1">
                <a:solidFill>
                  <a:srgbClr val="15203A"/>
                </a:solidFill>
                <a:latin typeface="Tahoma"/>
                <a:cs typeface="Tahoma"/>
              </a:rPr>
              <a:t> </a:t>
            </a:r>
            <a:r>
              <a:rPr dirty="0" sz="1950" spc="-25" b="1">
                <a:solidFill>
                  <a:srgbClr val="15203A"/>
                </a:solidFill>
                <a:latin typeface="Tahoma"/>
                <a:cs typeface="Tahoma"/>
              </a:rPr>
              <a:t>CLI</a:t>
            </a:r>
            <a:endParaRPr sz="1950">
              <a:latin typeface="Tahoma"/>
              <a:cs typeface="Tahoma"/>
            </a:endParaRPr>
          </a:p>
          <a:p>
            <a:pPr marL="12700" marR="5080" indent="66675">
              <a:lnSpc>
                <a:spcPct val="125000"/>
              </a:lnSpc>
              <a:spcBef>
                <a:spcPts val="509"/>
              </a:spcBef>
            </a:pPr>
            <a:r>
              <a:rPr dirty="0" sz="1500">
                <a:solidFill>
                  <a:srgbClr val="646B7D"/>
                </a:solidFill>
                <a:latin typeface="Courier New"/>
                <a:cs typeface="Courier New"/>
              </a:rPr>
              <a:t>python</a:t>
            </a:r>
            <a:r>
              <a:rPr dirty="0" sz="1500" spc="-45">
                <a:solidFill>
                  <a:srgbClr val="646B7D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646B7D"/>
                </a:solidFill>
                <a:latin typeface="Courier New"/>
                <a:cs typeface="Courier New"/>
              </a:rPr>
              <a:t>cli.py</a:t>
            </a:r>
            <a:r>
              <a:rPr dirty="0" sz="1500" spc="-40">
                <a:solidFill>
                  <a:srgbClr val="646B7D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646B7D"/>
                </a:solidFill>
                <a:latin typeface="Courier New"/>
                <a:cs typeface="Courier New"/>
              </a:rPr>
              <a:t>"task"</a:t>
            </a:r>
            <a:r>
              <a:rPr dirty="0" sz="1500" spc="30">
                <a:solidFill>
                  <a:srgbClr val="646B7D"/>
                </a:solidFill>
                <a:latin typeface="Courier New"/>
                <a:cs typeface="Courier New"/>
              </a:rPr>
              <a:t> </a:t>
            </a:r>
            <a:r>
              <a:rPr dirty="0" sz="1500" spc="60">
                <a:solidFill>
                  <a:srgbClr val="646B7D"/>
                </a:solidFill>
                <a:latin typeface="Tahoma"/>
                <a:cs typeface="Tahoma"/>
              </a:rPr>
              <a:t>prints </a:t>
            </a:r>
            <a:r>
              <a:rPr dirty="0" sz="1500" spc="105">
                <a:solidFill>
                  <a:srgbClr val="646B7D"/>
                </a:solidFill>
                <a:latin typeface="Tahoma"/>
                <a:cs typeface="Tahoma"/>
              </a:rPr>
              <a:t>PLAN,</a:t>
            </a:r>
            <a:r>
              <a:rPr dirty="0" sz="1500" spc="-1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646B7D"/>
                </a:solidFill>
                <a:latin typeface="Tahoma"/>
                <a:cs typeface="Tahoma"/>
              </a:rPr>
              <a:t>THINK,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ACT,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646B7D"/>
                </a:solidFill>
                <a:latin typeface="Tahoma"/>
                <a:cs typeface="Tahoma"/>
              </a:rPr>
              <a:t>OBSERVE, </a:t>
            </a:r>
            <a:r>
              <a:rPr dirty="0" sz="1500" spc="45">
                <a:solidFill>
                  <a:srgbClr val="646B7D"/>
                </a:solidFill>
                <a:latin typeface="Tahoma"/>
                <a:cs typeface="Tahoma"/>
              </a:rPr>
              <a:t>VERIFY,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45">
                <a:solidFill>
                  <a:srgbClr val="646B7D"/>
                </a:solidFill>
                <a:latin typeface="Tahoma"/>
                <a:cs typeface="Tahoma"/>
              </a:rPr>
              <a:t>CRITIQUE,</a:t>
            </a:r>
            <a:r>
              <a:rPr dirty="0" sz="150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646B7D"/>
                </a:solidFill>
                <a:latin typeface="Tahoma"/>
                <a:cs typeface="Tahoma"/>
              </a:rPr>
              <a:t>LEARN.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136360" y="8883650"/>
            <a:ext cx="157797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80" b="1">
                <a:solidFill>
                  <a:srgbClr val="2A3653"/>
                </a:solidFill>
                <a:latin typeface="Tahoma"/>
                <a:cs typeface="Tahoma"/>
              </a:rPr>
              <a:t>TERMINAL</a:t>
            </a:r>
            <a:r>
              <a:rPr dirty="0" sz="1100" spc="18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20" b="1">
                <a:solidFill>
                  <a:srgbClr val="2A3653"/>
                </a:solidFill>
                <a:latin typeface="Tahoma"/>
                <a:cs typeface="Tahoma"/>
              </a:rPr>
              <a:t>·</a:t>
            </a:r>
            <a:r>
              <a:rPr dirty="0" sz="1100" spc="22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20" b="1">
                <a:solidFill>
                  <a:srgbClr val="2A3653"/>
                </a:solidFill>
                <a:latin typeface="Tahoma"/>
                <a:cs typeface="Tahoma"/>
              </a:rPr>
              <a:t>CLI.</a:t>
            </a:r>
            <a:r>
              <a:rPr dirty="0" sz="1100" spc="-21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100" spc="80" b="1">
                <a:solidFill>
                  <a:srgbClr val="2A3653"/>
                </a:solidFill>
                <a:latin typeface="Tahoma"/>
                <a:cs typeface="Tahoma"/>
              </a:rPr>
              <a:t>PY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849224" y="2733675"/>
            <a:ext cx="4371975" cy="6638925"/>
          </a:xfrm>
          <a:custGeom>
            <a:avLst/>
            <a:gdLst/>
            <a:ahLst/>
            <a:cxnLst/>
            <a:rect l="l" t="t" r="r" b="b"/>
            <a:pathLst>
              <a:path w="4371975" h="6638925">
                <a:moveTo>
                  <a:pt x="4169288" y="6638922"/>
                </a:moveTo>
                <a:lnTo>
                  <a:pt x="202686" y="6638922"/>
                </a:lnTo>
                <a:lnTo>
                  <a:pt x="195840" y="6638587"/>
                </a:lnTo>
                <a:lnTo>
                  <a:pt x="155287" y="6631890"/>
                </a:lnTo>
                <a:lnTo>
                  <a:pt x="116819" y="6617412"/>
                </a:lnTo>
                <a:lnTo>
                  <a:pt x="81917" y="6595711"/>
                </a:lnTo>
                <a:lnTo>
                  <a:pt x="51918" y="6567615"/>
                </a:lnTo>
                <a:lnTo>
                  <a:pt x="27977" y="6534199"/>
                </a:lnTo>
                <a:lnTo>
                  <a:pt x="11014" y="6496768"/>
                </a:lnTo>
                <a:lnTo>
                  <a:pt x="1682" y="6456742"/>
                </a:lnTo>
                <a:lnTo>
                  <a:pt x="0" y="6436232"/>
                </a:lnTo>
                <a:lnTo>
                  <a:pt x="0" y="6429372"/>
                </a:lnTo>
                <a:lnTo>
                  <a:pt x="0" y="202685"/>
                </a:lnTo>
                <a:lnTo>
                  <a:pt x="5364" y="161934"/>
                </a:lnTo>
                <a:lnTo>
                  <a:pt x="18576" y="123013"/>
                </a:lnTo>
                <a:lnTo>
                  <a:pt x="39125" y="87420"/>
                </a:lnTo>
                <a:lnTo>
                  <a:pt x="66228" y="56520"/>
                </a:lnTo>
                <a:lnTo>
                  <a:pt x="98834" y="31501"/>
                </a:lnTo>
                <a:lnTo>
                  <a:pt x="135697" y="13322"/>
                </a:lnTo>
                <a:lnTo>
                  <a:pt x="175399" y="2686"/>
                </a:lnTo>
                <a:lnTo>
                  <a:pt x="202686" y="0"/>
                </a:lnTo>
                <a:lnTo>
                  <a:pt x="4169288" y="0"/>
                </a:lnTo>
                <a:lnTo>
                  <a:pt x="4210035" y="5362"/>
                </a:lnTo>
                <a:lnTo>
                  <a:pt x="4248955" y="18575"/>
                </a:lnTo>
                <a:lnTo>
                  <a:pt x="4284549" y="39128"/>
                </a:lnTo>
                <a:lnTo>
                  <a:pt x="4315452" y="66226"/>
                </a:lnTo>
                <a:lnTo>
                  <a:pt x="4340470" y="98834"/>
                </a:lnTo>
                <a:lnTo>
                  <a:pt x="4358650" y="135696"/>
                </a:lnTo>
                <a:lnTo>
                  <a:pt x="4369287" y="175397"/>
                </a:lnTo>
                <a:lnTo>
                  <a:pt x="4371975" y="202685"/>
                </a:lnTo>
                <a:lnTo>
                  <a:pt x="4371975" y="6436232"/>
                </a:lnTo>
                <a:lnTo>
                  <a:pt x="4366608" y="6476978"/>
                </a:lnTo>
                <a:lnTo>
                  <a:pt x="4353398" y="6515897"/>
                </a:lnTo>
                <a:lnTo>
                  <a:pt x="4332845" y="6551500"/>
                </a:lnTo>
                <a:lnTo>
                  <a:pt x="4305746" y="6582395"/>
                </a:lnTo>
                <a:lnTo>
                  <a:pt x="4273136" y="6607417"/>
                </a:lnTo>
                <a:lnTo>
                  <a:pt x="4236274" y="6625593"/>
                </a:lnTo>
                <a:lnTo>
                  <a:pt x="4196574" y="6636229"/>
                </a:lnTo>
                <a:lnTo>
                  <a:pt x="4176134" y="6638587"/>
                </a:lnTo>
                <a:lnTo>
                  <a:pt x="4169288" y="6638922"/>
                </a:lnTo>
                <a:close/>
              </a:path>
            </a:pathLst>
          </a:custGeom>
          <a:solidFill>
            <a:srgbClr val="1520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3125102" y="2684779"/>
            <a:ext cx="3325495" cy="195897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7800" spc="-25" b="1">
                <a:solidFill>
                  <a:srgbClr val="7DDFC6"/>
                </a:solidFill>
                <a:latin typeface="Cambria"/>
                <a:cs typeface="Cambria"/>
              </a:rPr>
              <a:t>G</a:t>
            </a:r>
            <a:r>
              <a:rPr dirty="0" sz="3900" spc="-25" b="1">
                <a:solidFill>
                  <a:srgbClr val="99A6C3"/>
                </a:solidFill>
                <a:latin typeface="Cambria"/>
                <a:cs typeface="Cambria"/>
              </a:rPr>
              <a:t>/G</a:t>
            </a:r>
            <a:endParaRPr sz="39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dirty="0" sz="1550" spc="-25" b="1">
                <a:solidFill>
                  <a:srgbClr val="FFFFFF"/>
                </a:solidFill>
                <a:latin typeface="Tahoma"/>
                <a:cs typeface="Tahoma"/>
              </a:rPr>
              <a:t>known</a:t>
            </a:r>
            <a:r>
              <a:rPr dirty="0" sz="155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30" b="1">
                <a:solidFill>
                  <a:srgbClr val="FFFFFF"/>
                </a:solidFill>
                <a:latin typeface="Tahoma"/>
                <a:cs typeface="Tahoma"/>
              </a:rPr>
              <a:t>failure</a:t>
            </a:r>
            <a:r>
              <a:rPr dirty="0" sz="15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Tahoma"/>
                <a:cs typeface="Tahoma"/>
              </a:rPr>
              <a:t>cases</a:t>
            </a:r>
            <a:r>
              <a:rPr dirty="0" sz="1550" spc="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Tahoma"/>
                <a:cs typeface="Tahoma"/>
              </a:rPr>
              <a:t>caught</a:t>
            </a:r>
            <a:r>
              <a:rPr dirty="0" sz="15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15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dirty="0" sz="1550" spc="-35" b="1">
                <a:solidFill>
                  <a:srgbClr val="FFFFFF"/>
                </a:solidFill>
                <a:latin typeface="Tahoma"/>
                <a:cs typeface="Tahoma"/>
              </a:rPr>
              <a:t>citation</a:t>
            </a:r>
            <a:r>
              <a:rPr dirty="0" sz="15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r>
              <a:rPr dirty="0" sz="1550" spc="-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220" b="1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dirty="0" sz="15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Tahoma"/>
                <a:cs typeface="Tahoma"/>
              </a:rPr>
              <a:t>critic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4857748"/>
            <a:ext cx="228598" cy="228598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13177490" y="4803139"/>
            <a:ext cx="3559810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marR="5080" indent="-290830">
              <a:lnSpc>
                <a:spcPct val="115700"/>
              </a:lnSpc>
              <a:spcBef>
                <a:spcPts val="10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>
                <a:solidFill>
                  <a:srgbClr val="C8D0E6"/>
                </a:solidFill>
                <a:latin typeface="Tahoma"/>
                <a:cs typeface="Tahoma"/>
              </a:rPr>
              <a:t>Unit</a:t>
            </a:r>
            <a:r>
              <a:rPr dirty="0" sz="1350" spc="1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C8D0E6"/>
                </a:solidFill>
                <a:latin typeface="Tahoma"/>
                <a:cs typeface="Tahoma"/>
              </a:rPr>
              <a:t>error:</a:t>
            </a:r>
            <a:r>
              <a:rPr dirty="0" sz="1350" spc="-1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per</a:t>
            </a: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C8D0E6"/>
                </a:solidFill>
                <a:latin typeface="Tahoma"/>
                <a:cs typeface="Tahoma"/>
              </a:rPr>
              <a:t>1M</a:t>
            </a:r>
            <a:r>
              <a:rPr dirty="0" sz="1350" spc="-2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dimensions</a:t>
            </a:r>
            <a:r>
              <a:rPr dirty="0" sz="1350" spc="5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C8D0E6"/>
                </a:solidFill>
                <a:latin typeface="Tahoma"/>
                <a:cs typeface="Tahoma"/>
              </a:rPr>
              <a:t>shown</a:t>
            </a:r>
            <a:r>
              <a:rPr dirty="0" sz="1350" spc="4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C8D0E6"/>
                </a:solidFill>
                <a:latin typeface="Tahoma"/>
                <a:cs typeface="Tahoma"/>
              </a:rPr>
              <a:t>as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per</a:t>
            </a:r>
            <a:r>
              <a:rPr dirty="0" sz="1350" spc="-3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C8D0E6"/>
                </a:solidFill>
                <a:latin typeface="Tahoma"/>
                <a:cs typeface="Tahoma"/>
              </a:rPr>
              <a:t>GB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5448300"/>
            <a:ext cx="228598" cy="228596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13177490" y="5403214"/>
            <a:ext cx="36169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marR="5080" indent="-290830">
              <a:lnSpc>
                <a:spcPct val="111100"/>
              </a:lnSpc>
              <a:spcBef>
                <a:spcPts val="10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Contradiction:</a:t>
            </a:r>
            <a:r>
              <a:rPr dirty="0" sz="1350" spc="8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Qdrant</a:t>
            </a:r>
            <a:r>
              <a:rPr dirty="0" sz="1350" spc="12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C8D0E6"/>
                </a:solidFill>
                <a:latin typeface="Tahoma"/>
                <a:cs typeface="Tahoma"/>
              </a:rPr>
              <a:t>“$25</a:t>
            </a:r>
            <a:r>
              <a:rPr dirty="0" sz="1350" spc="14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minimum”</a:t>
            </a:r>
            <a:r>
              <a:rPr dirty="0" sz="1350" spc="114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C8D0E6"/>
                </a:solidFill>
                <a:latin typeface="Tahoma"/>
                <a:cs typeface="Tahoma"/>
              </a:rPr>
              <a:t>vs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“no</a:t>
            </a:r>
            <a:r>
              <a:rPr dirty="0" sz="1350" spc="-3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C8D0E6"/>
                </a:solidFill>
                <a:latin typeface="Tahoma"/>
                <a:cs typeface="Tahoma"/>
              </a:rPr>
              <a:t>minimum”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6038848"/>
            <a:ext cx="228598" cy="228598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3177490" y="5993764"/>
            <a:ext cx="3054985" cy="4826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28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Contradiction:</a:t>
            </a:r>
            <a:r>
              <a:rPr dirty="0" sz="1350" spc="3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C8D0E6"/>
                </a:solidFill>
                <a:latin typeface="Tahoma"/>
                <a:cs typeface="Tahoma"/>
              </a:rPr>
              <a:t>Pinecone</a:t>
            </a:r>
            <a:r>
              <a:rPr dirty="0" sz="1350" spc="11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$16/M</a:t>
            </a:r>
            <a:r>
              <a:rPr dirty="0" sz="1350" spc="3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C8D0E6"/>
                </a:solidFill>
                <a:latin typeface="Tahoma"/>
                <a:cs typeface="Tahoma"/>
              </a:rPr>
              <a:t>vs</a:t>
            </a:r>
            <a:endParaRPr sz="1350">
              <a:latin typeface="Tahoma"/>
              <a:cs typeface="Tahoma"/>
            </a:endParaRPr>
          </a:p>
          <a:p>
            <a:pPr marL="302895">
              <a:lnSpc>
                <a:spcPct val="100000"/>
              </a:lnSpc>
              <a:spcBef>
                <a:spcPts val="180"/>
              </a:spcBef>
            </a:pPr>
            <a:r>
              <a:rPr dirty="0" sz="1350" spc="55">
                <a:solidFill>
                  <a:srgbClr val="C8D0E6"/>
                </a:solidFill>
                <a:latin typeface="Tahoma"/>
                <a:cs typeface="Tahoma"/>
              </a:rPr>
              <a:t>$0.00000025/RU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6619873"/>
            <a:ext cx="228598" cy="228598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13177490" y="6565264"/>
            <a:ext cx="3416300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marR="5080" indent="-290830">
              <a:lnSpc>
                <a:spcPct val="115700"/>
              </a:lnSpc>
              <a:spcBef>
                <a:spcPts val="10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Misattribution:</a:t>
            </a:r>
            <a:r>
              <a:rPr dirty="0" sz="1350" spc="1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C8D0E6"/>
                </a:solidFill>
                <a:latin typeface="Tahoma"/>
                <a:cs typeface="Tahoma"/>
              </a:rPr>
              <a:t>$0.33</a:t>
            </a:r>
            <a:r>
              <a:rPr dirty="0" sz="1350" spc="2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C8D0E6"/>
                </a:solidFill>
                <a:latin typeface="Tahoma"/>
                <a:cs typeface="Tahoma"/>
              </a:rPr>
              <a:t>cited</a:t>
            </a:r>
            <a:r>
              <a:rPr dirty="0" sz="1350" spc="4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to</a:t>
            </a:r>
            <a:r>
              <a:rPr dirty="0" sz="1350" spc="5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a</a:t>
            </a:r>
            <a:r>
              <a:rPr dirty="0" sz="1350" spc="3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C8D0E6"/>
                </a:solidFill>
                <a:latin typeface="Tahoma"/>
                <a:cs typeface="Tahoma"/>
              </a:rPr>
              <a:t>source </a:t>
            </a:r>
            <a:r>
              <a:rPr dirty="0" sz="1350">
                <a:solidFill>
                  <a:srgbClr val="C8D0E6"/>
                </a:solidFill>
                <a:latin typeface="Tahoma"/>
                <a:cs typeface="Tahoma"/>
              </a:rPr>
              <a:t>without</a:t>
            </a:r>
            <a:r>
              <a:rPr dirty="0" sz="1350" spc="27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C8D0E6"/>
                </a:solidFill>
                <a:latin typeface="Tahoma"/>
                <a:cs typeface="Tahoma"/>
              </a:rPr>
              <a:t>it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7210425"/>
            <a:ext cx="228598" cy="228596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13177490" y="7165339"/>
            <a:ext cx="33813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marR="5080" indent="-290830">
              <a:lnSpc>
                <a:spcPct val="111100"/>
              </a:lnSpc>
              <a:spcBef>
                <a:spcPts val="10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 spc="100">
                <a:solidFill>
                  <a:srgbClr val="C8D0E6"/>
                </a:solidFill>
                <a:latin typeface="Tahoma"/>
                <a:cs typeface="Tahoma"/>
              </a:rPr>
              <a:t>Missed</a:t>
            </a:r>
            <a:r>
              <a:rPr dirty="0" sz="1350" spc="9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constraint:</a:t>
            </a:r>
            <a:r>
              <a:rPr dirty="0" sz="1350" spc="7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official</a:t>
            </a:r>
            <a:r>
              <a:rPr dirty="0" sz="1350" spc="60">
                <a:solidFill>
                  <a:srgbClr val="C8D0E6"/>
                </a:solidFill>
                <a:latin typeface="Tahoma"/>
                <a:cs typeface="Tahoma"/>
              </a:rPr>
              <a:t> page</a:t>
            </a:r>
            <a:r>
              <a:rPr dirty="0" sz="1350" spc="15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C8D0E6"/>
                </a:solidFill>
                <a:latin typeface="Tahoma"/>
                <a:cs typeface="Tahoma"/>
              </a:rPr>
              <a:t>never </a:t>
            </a:r>
            <a:r>
              <a:rPr dirty="0" sz="1350" spc="70">
                <a:solidFill>
                  <a:srgbClr val="C8D0E6"/>
                </a:solidFill>
                <a:latin typeface="Tahoma"/>
                <a:cs typeface="Tahoma"/>
              </a:rPr>
              <a:t>fetched</a:t>
            </a:r>
            <a:r>
              <a:rPr dirty="0" sz="1350" spc="-4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C8D0E6"/>
                </a:solidFill>
                <a:latin typeface="Microsoft Sans Serif"/>
                <a:cs typeface="Microsoft Sans Serif"/>
              </a:rPr>
              <a:t>→</a:t>
            </a:r>
            <a:r>
              <a:rPr dirty="0" sz="1350" spc="20">
                <a:solidFill>
                  <a:srgbClr val="C8D0E6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fix-</a:t>
            </a:r>
            <a:r>
              <a:rPr dirty="0" sz="1350" spc="70">
                <a:solidFill>
                  <a:srgbClr val="C8D0E6"/>
                </a:solidFill>
                <a:latin typeface="Tahoma"/>
                <a:cs typeface="Tahoma"/>
              </a:rPr>
              <a:t>up</a:t>
            </a:r>
            <a:r>
              <a:rPr dirty="0" sz="1350" spc="-4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C8D0E6"/>
                </a:solidFill>
                <a:latin typeface="Tahoma"/>
                <a:cs typeface="Tahoma"/>
              </a:rPr>
              <a:t>step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34973" y="7791448"/>
            <a:ext cx="228598" cy="228598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13177490" y="7736839"/>
            <a:ext cx="3734435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marR="5080" indent="-290830">
              <a:lnSpc>
                <a:spcPct val="115700"/>
              </a:lnSpc>
              <a:spcBef>
                <a:spcPts val="100"/>
              </a:spcBef>
              <a:buClr>
                <a:srgbClr val="7DDFC6"/>
              </a:buClr>
              <a:buSzPct val="81481"/>
              <a:buFont typeface="Segoe UI Symbol"/>
              <a:buChar char="✓"/>
              <a:tabLst>
                <a:tab pos="302895" algn="l"/>
              </a:tabLst>
            </a:pPr>
            <a:r>
              <a:rPr dirty="0" sz="1350" spc="105">
                <a:solidFill>
                  <a:srgbClr val="C8D0E6"/>
                </a:solidFill>
                <a:latin typeface="Tahoma"/>
                <a:cs typeface="Tahoma"/>
              </a:rPr>
              <a:t>No</a:t>
            </a:r>
            <a:r>
              <a:rPr dirty="0" sz="1350" spc="2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C8D0E6"/>
                </a:solidFill>
                <a:latin typeface="Tahoma"/>
                <a:cs typeface="Tahoma"/>
              </a:rPr>
              <a:t>false</a:t>
            </a:r>
            <a:r>
              <a:rPr dirty="0" sz="1350" spc="6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alarm:</a:t>
            </a:r>
            <a:r>
              <a:rPr dirty="0" sz="1350" spc="-1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C8D0E6"/>
                </a:solidFill>
                <a:latin typeface="Tahoma"/>
                <a:cs typeface="Tahoma"/>
              </a:rPr>
              <a:t>calculator</a:t>
            </a:r>
            <a:r>
              <a:rPr dirty="0" sz="1350" spc="3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C8D0E6"/>
                </a:solidFill>
                <a:latin typeface="Tahoma"/>
                <a:cs typeface="Tahoma"/>
              </a:rPr>
              <a:t>result</a:t>
            </a:r>
            <a:r>
              <a:rPr dirty="0" sz="1350" spc="20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C8D0E6"/>
                </a:solidFill>
                <a:latin typeface="Tahoma"/>
                <a:cs typeface="Tahoma"/>
              </a:rPr>
              <a:t>$3.30</a:t>
            </a:r>
            <a:r>
              <a:rPr dirty="0" sz="1350" spc="-15">
                <a:solidFill>
                  <a:srgbClr val="C8D0E6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C8D0E6"/>
                </a:solidFill>
                <a:latin typeface="Tahoma"/>
                <a:cs typeface="Tahoma"/>
              </a:rPr>
              <a:t>not </a:t>
            </a:r>
            <a:r>
              <a:rPr dirty="0" sz="1350" spc="50">
                <a:solidFill>
                  <a:srgbClr val="C8D0E6"/>
                </a:solidFill>
                <a:latin typeface="Tahoma"/>
                <a:cs typeface="Tahoma"/>
              </a:rPr>
              <a:t>flagged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3134973" y="8696323"/>
            <a:ext cx="3800475" cy="9525"/>
          </a:xfrm>
          <a:custGeom>
            <a:avLst/>
            <a:gdLst/>
            <a:ahLst/>
            <a:cxnLst/>
            <a:rect l="l" t="t" r="r" b="b"/>
            <a:pathLst>
              <a:path w="3800475" h="9525">
                <a:moveTo>
                  <a:pt x="3800474" y="9524"/>
                </a:moveTo>
                <a:lnTo>
                  <a:pt x="0" y="9524"/>
                </a:lnTo>
                <a:lnTo>
                  <a:pt x="0" y="0"/>
                </a:lnTo>
                <a:lnTo>
                  <a:pt x="3800474" y="0"/>
                </a:lnTo>
                <a:lnTo>
                  <a:pt x="3800474" y="9524"/>
                </a:lnTo>
                <a:close/>
              </a:path>
            </a:pathLst>
          </a:custGeom>
          <a:solidFill>
            <a:srgbClr val="FFFFFF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3125102" y="8855075"/>
            <a:ext cx="295211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80">
                <a:solidFill>
                  <a:srgbClr val="99A6C3"/>
                </a:solidFill>
                <a:latin typeface="Tahoma"/>
                <a:cs typeface="Tahoma"/>
              </a:rPr>
              <a:t>+</a:t>
            </a:r>
            <a:r>
              <a:rPr dirty="0" sz="1250" spc="15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99A6C3"/>
                </a:solidFill>
                <a:latin typeface="Tahoma"/>
                <a:cs typeface="Tahoma"/>
              </a:rPr>
              <a:t>clean</a:t>
            </a:r>
            <a:r>
              <a:rPr dirty="0" sz="1250" spc="35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99A6C3"/>
                </a:solidFill>
                <a:latin typeface="Tahoma"/>
                <a:cs typeface="Tahoma"/>
              </a:rPr>
              <a:t>control</a:t>
            </a:r>
            <a:r>
              <a:rPr dirty="0" sz="1250" spc="30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99A6C3"/>
                </a:solidFill>
                <a:latin typeface="Tahoma"/>
                <a:cs typeface="Tahoma"/>
              </a:rPr>
              <a:t>report</a:t>
            </a:r>
            <a:r>
              <a:rPr dirty="0" sz="1250" spc="75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250" spc="95">
                <a:solidFill>
                  <a:srgbClr val="99A6C3"/>
                </a:solidFill>
                <a:latin typeface="Tahoma"/>
                <a:cs typeface="Tahoma"/>
              </a:rPr>
              <a:t>accepted</a:t>
            </a:r>
            <a:r>
              <a:rPr dirty="0" sz="1250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99A6C3"/>
                </a:solidFill>
                <a:latin typeface="Tahoma"/>
                <a:cs typeface="Tahoma"/>
              </a:rPr>
              <a:t>(8/10)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066799" y="9553573"/>
            <a:ext cx="16154400" cy="9525"/>
          </a:xfrm>
          <a:custGeom>
            <a:avLst/>
            <a:gdLst/>
            <a:ahLst/>
            <a:cxnLst/>
            <a:rect l="l" t="t" r="r" b="b"/>
            <a:pathLst>
              <a:path w="16154400" h="9525">
                <a:moveTo>
                  <a:pt x="16154398" y="9524"/>
                </a:moveTo>
                <a:lnTo>
                  <a:pt x="0" y="9524"/>
                </a:lnTo>
                <a:lnTo>
                  <a:pt x="0" y="0"/>
                </a:lnTo>
                <a:lnTo>
                  <a:pt x="16154398" y="0"/>
                </a:lnTo>
                <a:lnTo>
                  <a:pt x="16154398" y="9524"/>
                </a:lnTo>
                <a:close/>
              </a:path>
            </a:pathLst>
          </a:custGeom>
          <a:solidFill>
            <a:srgbClr val="E3D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054100" y="9693275"/>
            <a:ext cx="306578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Self-</a:t>
            </a:r>
            <a:r>
              <a:rPr dirty="0" sz="1250" spc="-50" b="1">
                <a:solidFill>
                  <a:srgbClr val="2A3653"/>
                </a:solidFill>
                <a:latin typeface="Tahoma"/>
                <a:cs typeface="Tahoma"/>
              </a:rPr>
              <a:t>Improving</a:t>
            </a:r>
            <a:r>
              <a:rPr dirty="0" sz="1250" spc="-3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2A3653"/>
                </a:solidFill>
                <a:latin typeface="Tahoma"/>
                <a:cs typeface="Tahoma"/>
              </a:rPr>
              <a:t>Research</a:t>
            </a:r>
            <a:r>
              <a:rPr dirty="0" sz="1250" spc="-90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2A3653"/>
                </a:solidFill>
                <a:latin typeface="Tahoma"/>
                <a:cs typeface="Tahoma"/>
              </a:rPr>
              <a:t>Agent</a:t>
            </a:r>
            <a:r>
              <a:rPr dirty="0" sz="1250" spc="1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· 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Demo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760700" y="9693275"/>
            <a:ext cx="147764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Shaik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05">
                <a:solidFill>
                  <a:srgbClr val="646B7D"/>
                </a:solidFill>
                <a:latin typeface="Tahoma"/>
                <a:cs typeface="Tahoma"/>
              </a:rPr>
              <a:t>Asad</a:t>
            </a:r>
            <a:r>
              <a:rPr dirty="0" sz="1250" spc="-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Ahmed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99" y="857248"/>
            <a:ext cx="133349" cy="1333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0799" y="787400"/>
            <a:ext cx="166687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646B7D"/>
                </a:solidFill>
                <a:latin typeface="Tahoma"/>
                <a:cs typeface="Tahoma"/>
              </a:rPr>
              <a:t>C</a:t>
            </a:r>
            <a:r>
              <a:rPr dirty="0" sz="1400" spc="-21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H</a:t>
            </a:r>
            <a:r>
              <a:rPr dirty="0" sz="1400" spc="34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215" b="1">
                <a:solidFill>
                  <a:srgbClr val="646B7D"/>
                </a:solidFill>
                <a:latin typeface="Tahoma"/>
                <a:cs typeface="Tahoma"/>
              </a:rPr>
              <a:t>s</a:t>
            </a:r>
            <a:r>
              <a:rPr dirty="0" sz="1400" spc="38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646B7D"/>
                </a:solidFill>
                <a:latin typeface="Tahoma"/>
                <a:cs typeface="Tahoma"/>
              </a:rPr>
              <a:t>L</a:t>
            </a:r>
            <a:r>
              <a:rPr dirty="0" sz="14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3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646B7D"/>
                </a:solidFill>
                <a:latin typeface="Tahoma"/>
                <a:cs typeface="Tahoma"/>
              </a:rPr>
              <a:t>M</a:t>
            </a:r>
            <a:r>
              <a:rPr dirty="0" sz="14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285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400" spc="-23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75" b="1">
                <a:solidFill>
                  <a:srgbClr val="646B7D"/>
                </a:solidFill>
                <a:latin typeface="Tahoma"/>
                <a:cs typeface="Tahoma"/>
              </a:rPr>
              <a:t>T</a:t>
            </a:r>
            <a:r>
              <a:rPr dirty="0" sz="14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646B7D"/>
                </a:solidFill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75075" y="787400"/>
            <a:ext cx="762635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2A3653"/>
                </a:solidFill>
                <a:latin typeface="Courier New"/>
                <a:cs typeface="Courier New"/>
              </a:rPr>
              <a:t>/</a:t>
            </a:r>
            <a:r>
              <a:rPr dirty="0" sz="1400" spc="-40">
                <a:solidFill>
                  <a:srgbClr val="2A365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2A3653"/>
                </a:solidFill>
                <a:latin typeface="Courier New"/>
                <a:cs typeface="Courier New"/>
              </a:rPr>
              <a:t>05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Built</a:t>
            </a:r>
            <a:r>
              <a:rPr dirty="0" spc="-175"/>
              <a:t> </a:t>
            </a:r>
            <a:r>
              <a:rPr dirty="0"/>
              <a:t>entirely</a:t>
            </a:r>
            <a:r>
              <a:rPr dirty="0" spc="-190"/>
              <a:t> </a:t>
            </a:r>
            <a:r>
              <a:rPr dirty="0" spc="100"/>
              <a:t>on</a:t>
            </a:r>
            <a:r>
              <a:rPr dirty="0" spc="-150"/>
              <a:t> </a:t>
            </a:r>
            <a:r>
              <a:rPr dirty="0" spc="-210" i="1">
                <a:solidFill>
                  <a:srgbClr val="793C8F"/>
                </a:solidFill>
                <a:latin typeface="Cambria"/>
                <a:cs typeface="Cambria"/>
              </a:rPr>
              <a:t>fivcc</a:t>
            </a:r>
            <a:r>
              <a:rPr dirty="0" spc="-204" i="1">
                <a:solidFill>
                  <a:srgbClr val="793C8F"/>
                </a:solidFill>
                <a:latin typeface="Cambria"/>
                <a:cs typeface="Cambria"/>
              </a:rPr>
              <a:t> </a:t>
            </a:r>
            <a:r>
              <a:rPr dirty="0" spc="-120" i="1">
                <a:solidFill>
                  <a:srgbClr val="793C8F"/>
                </a:solidFill>
                <a:latin typeface="Cambria"/>
                <a:cs typeface="Cambria"/>
              </a:rPr>
              <a:t>Ficvs</a:t>
            </a:r>
            <a:r>
              <a:rPr dirty="0" spc="-145" i="1">
                <a:solidFill>
                  <a:srgbClr val="793C8F"/>
                </a:solidFill>
                <a:latin typeface="Cambria"/>
                <a:cs typeface="Cambria"/>
              </a:rPr>
              <a:t> </a:t>
            </a:r>
            <a:r>
              <a:rPr dirty="0" spc="-745"/>
              <a:t>—</a:t>
            </a:r>
            <a:r>
              <a:rPr dirty="0" spc="-185"/>
              <a:t> </a:t>
            </a:r>
            <a:r>
              <a:rPr dirty="0" spc="85"/>
              <a:t>and</a:t>
            </a:r>
            <a:r>
              <a:rPr dirty="0" spc="-130"/>
              <a:t> </a:t>
            </a:r>
            <a:r>
              <a:rPr dirty="0" spc="90"/>
              <a:t>what</a:t>
            </a:r>
            <a:r>
              <a:rPr dirty="0" spc="-170"/>
              <a:t> </a:t>
            </a:r>
            <a:r>
              <a:rPr dirty="0" spc="75"/>
              <a:t>that</a:t>
            </a:r>
            <a:r>
              <a:rPr dirty="0" spc="-175"/>
              <a:t> </a:t>
            </a:r>
            <a:r>
              <a:rPr dirty="0" spc="60"/>
              <a:t>costs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799" y="2381248"/>
            <a:ext cx="7943849" cy="56197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77974" y="2616200"/>
            <a:ext cx="662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5203A"/>
                </a:solidFill>
                <a:latin typeface="Tahoma"/>
                <a:cs typeface="Tahoma"/>
              </a:rPr>
              <a:t>Stack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9374" y="3149600"/>
            <a:ext cx="1562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OR</a:t>
            </a:r>
            <a:r>
              <a:rPr dirty="0" sz="12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105" b="1">
                <a:solidFill>
                  <a:srgbClr val="646B7D"/>
                </a:solidFill>
                <a:latin typeface="Tahoma"/>
                <a:cs typeface="Tahoma"/>
              </a:rPr>
              <a:t>CHE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80" b="1">
                <a:solidFill>
                  <a:srgbClr val="646B7D"/>
                </a:solidFill>
                <a:latin typeface="Tahoma"/>
                <a:cs typeface="Tahoma"/>
              </a:rPr>
              <a:t>STR</a:t>
            </a:r>
            <a:r>
              <a:rPr dirty="0" sz="1200" spc="-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50" b="1">
                <a:solidFill>
                  <a:srgbClr val="646B7D"/>
                </a:solidFill>
                <a:latin typeface="Tahoma"/>
                <a:cs typeface="Tahoma"/>
              </a:rPr>
              <a:t>6TI</a:t>
            </a:r>
            <a:r>
              <a:rPr dirty="0" sz="1200" spc="-17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646B7D"/>
                </a:solidFill>
                <a:latin typeface="Tahoma"/>
                <a:cs typeface="Tahoma"/>
              </a:rPr>
              <a:t>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9374" y="3940175"/>
            <a:ext cx="762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5" b="1">
                <a:solidFill>
                  <a:srgbClr val="646B7D"/>
                </a:solidFill>
                <a:latin typeface="Tahoma"/>
                <a:cs typeface="Tahoma"/>
              </a:rPr>
              <a:t>MOK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200" spc="-19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40" b="1">
                <a:solidFill>
                  <a:srgbClr val="646B7D"/>
                </a:solidFill>
                <a:latin typeface="Tahoma"/>
                <a:cs typeface="Tahoma"/>
              </a:rPr>
              <a:t>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9374" y="4721224"/>
            <a:ext cx="1314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 b="1">
                <a:solidFill>
                  <a:srgbClr val="646B7D"/>
                </a:solidFill>
                <a:latin typeface="Tahoma"/>
                <a:cs typeface="Tahoma"/>
              </a:rPr>
              <a:t>TOOLS</a:t>
            </a:r>
            <a:r>
              <a:rPr dirty="0" sz="1200" spc="18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185" b="1">
                <a:solidFill>
                  <a:srgbClr val="646B7D"/>
                </a:solidFill>
                <a:latin typeface="Tahoma"/>
                <a:cs typeface="Tahoma"/>
              </a:rPr>
              <a:t>s</a:t>
            </a:r>
            <a:r>
              <a:rPr dirty="0" sz="1200" spc="235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120" b="1">
                <a:solidFill>
                  <a:srgbClr val="646B7D"/>
                </a:solidFill>
                <a:latin typeface="Tahoma"/>
                <a:cs typeface="Tahoma"/>
              </a:rPr>
              <a:t>K6T6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374" y="5264149"/>
            <a:ext cx="1143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646B7D"/>
                </a:solidFill>
                <a:latin typeface="Tahoma"/>
                <a:cs typeface="Tahoma"/>
              </a:rPr>
              <a:t>U</a:t>
            </a:r>
            <a:r>
              <a:rPr dirty="0" sz="12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40" b="1">
                <a:solidFill>
                  <a:srgbClr val="646B7D"/>
                </a:solidFill>
                <a:latin typeface="Tahoma"/>
                <a:cs typeface="Tahoma"/>
              </a:rPr>
              <a:t>I</a:t>
            </a:r>
            <a:r>
              <a:rPr dirty="0" sz="1200" spc="14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185" b="1">
                <a:solidFill>
                  <a:srgbClr val="646B7D"/>
                </a:solidFill>
                <a:latin typeface="Tahoma"/>
                <a:cs typeface="Tahoma"/>
              </a:rPr>
              <a:t>s</a:t>
            </a:r>
            <a:r>
              <a:rPr dirty="0" sz="1200" spc="17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b="1">
                <a:solidFill>
                  <a:srgbClr val="646B7D"/>
                </a:solidFill>
                <a:latin typeface="Tahoma"/>
                <a:cs typeface="Tahoma"/>
              </a:rPr>
              <a:t>K</a:t>
            </a:r>
            <a:r>
              <a:rPr dirty="0" sz="1200" spc="-19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646B7D"/>
                </a:solidFill>
                <a:latin typeface="Tahoma"/>
                <a:cs typeface="Tahoma"/>
              </a:rPr>
              <a:t>E</a:t>
            </a:r>
            <a:r>
              <a:rPr dirty="0" sz="1200" spc="-200" b="1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00" spc="50" b="1">
                <a:solidFill>
                  <a:srgbClr val="646B7D"/>
                </a:solidFill>
                <a:latin typeface="Tahoma"/>
                <a:cs typeface="Tahoma"/>
              </a:rPr>
              <a:t>PLOY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3450" y="3130550"/>
            <a:ext cx="3786504" cy="2357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74140" algn="l"/>
              </a:tabLst>
            </a:pPr>
            <a:r>
              <a:rPr dirty="0" sz="1400" spc="-10" b="1">
                <a:solidFill>
                  <a:srgbClr val="233399"/>
                </a:solidFill>
                <a:latin typeface="Tahoma"/>
                <a:cs typeface="Tahoma"/>
              </a:rPr>
              <a:t>Python</a:t>
            </a:r>
            <a:r>
              <a:rPr dirty="0" sz="1400" spc="-50" b="1">
                <a:solidFill>
                  <a:srgbClr val="233399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233399"/>
                </a:solidFill>
                <a:latin typeface="Tahoma"/>
                <a:cs typeface="Tahoma"/>
              </a:rPr>
              <a:t>3.11</a:t>
            </a:r>
            <a:r>
              <a:rPr dirty="0" sz="1400" b="1">
                <a:solidFill>
                  <a:srgbClr val="233399"/>
                </a:solidFill>
                <a:latin typeface="Tahoma"/>
                <a:cs typeface="Tahoma"/>
              </a:rPr>
              <a:t>	</a:t>
            </a:r>
            <a:r>
              <a:rPr dirty="0" sz="1400" spc="-10" b="1">
                <a:solidFill>
                  <a:srgbClr val="233399"/>
                </a:solidFill>
                <a:latin typeface="Tahoma"/>
                <a:cs typeface="Tahoma"/>
              </a:rPr>
              <a:t>LangGraph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227700"/>
              </a:lnSpc>
              <a:spcBef>
                <a:spcPts val="450"/>
              </a:spcBef>
              <a:tabLst>
                <a:tab pos="1421765" algn="l"/>
                <a:tab pos="2593340" algn="l"/>
              </a:tabLst>
            </a:pPr>
            <a:r>
              <a:rPr dirty="0" sz="1400" b="1">
                <a:solidFill>
                  <a:srgbClr val="5D2B6F"/>
                </a:solidFill>
                <a:latin typeface="Tahoma"/>
                <a:cs typeface="Tahoma"/>
              </a:rPr>
              <a:t>Groq</a:t>
            </a:r>
            <a:r>
              <a:rPr dirty="0" sz="1400" spc="7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D2B6F"/>
                </a:solidFill>
                <a:latin typeface="Tahoma"/>
                <a:cs typeface="Tahoma"/>
              </a:rPr>
              <a:t>gpt-oss-20b</a:t>
            </a:r>
            <a:r>
              <a:rPr dirty="0" sz="1400" spc="7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spc="-280" b="1">
                <a:solidFill>
                  <a:srgbClr val="5D2B6F"/>
                </a:solidFill>
                <a:latin typeface="Tahoma"/>
                <a:cs typeface="Tahoma"/>
              </a:rPr>
              <a:t>/</a:t>
            </a:r>
            <a:r>
              <a:rPr dirty="0" sz="1400" spc="3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5D2B6F"/>
                </a:solidFill>
                <a:latin typeface="Tahoma"/>
                <a:cs typeface="Tahoma"/>
              </a:rPr>
              <a:t>120b</a:t>
            </a:r>
            <a:r>
              <a:rPr dirty="0" sz="1400" b="1">
                <a:solidFill>
                  <a:srgbClr val="5D2B6F"/>
                </a:solidFill>
                <a:latin typeface="Tahoma"/>
                <a:cs typeface="Tahoma"/>
              </a:rPr>
              <a:t>	</a:t>
            </a:r>
            <a:r>
              <a:rPr dirty="0" sz="1400" spc="-10" b="1">
                <a:solidFill>
                  <a:srgbClr val="5D2B6F"/>
                </a:solidFill>
                <a:latin typeface="Tahoma"/>
                <a:cs typeface="Tahoma"/>
              </a:rPr>
              <a:t>qwen3.8-</a:t>
            </a:r>
            <a:r>
              <a:rPr dirty="0" sz="1400" spc="-25" b="1">
                <a:solidFill>
                  <a:srgbClr val="5D2B6F"/>
                </a:solidFill>
                <a:latin typeface="Tahoma"/>
                <a:cs typeface="Tahoma"/>
              </a:rPr>
              <a:t>27b </a:t>
            </a:r>
            <a:r>
              <a:rPr dirty="0" sz="1400" spc="-90" b="1">
                <a:solidFill>
                  <a:srgbClr val="5D2B6F"/>
                </a:solidFill>
                <a:latin typeface="Tahoma"/>
                <a:cs typeface="Tahoma"/>
              </a:rPr>
              <a:t>NVIDIA</a:t>
            </a:r>
            <a:r>
              <a:rPr dirty="0" sz="1400" spc="1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5D2B6F"/>
                </a:solidFill>
                <a:latin typeface="Tahoma"/>
                <a:cs typeface="Tahoma"/>
              </a:rPr>
              <a:t>NIM</a:t>
            </a:r>
            <a:r>
              <a:rPr dirty="0" sz="1400" b="1">
                <a:solidFill>
                  <a:srgbClr val="5D2B6F"/>
                </a:solidFill>
                <a:latin typeface="Tahoma"/>
                <a:cs typeface="Tahoma"/>
              </a:rPr>
              <a:t>	</a:t>
            </a:r>
            <a:r>
              <a:rPr dirty="0" sz="1400" spc="-30" b="1">
                <a:solidFill>
                  <a:srgbClr val="5D2B6F"/>
                </a:solidFill>
                <a:latin typeface="Tahoma"/>
                <a:cs typeface="Tahoma"/>
              </a:rPr>
              <a:t>Gemini</a:t>
            </a:r>
            <a:r>
              <a:rPr dirty="0" sz="1400" spc="-55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D2B6F"/>
                </a:solidFill>
                <a:latin typeface="Tahoma"/>
                <a:cs typeface="Tahoma"/>
              </a:rPr>
              <a:t>2.5</a:t>
            </a:r>
            <a:r>
              <a:rPr dirty="0" sz="1400" spc="-30" b="1">
                <a:solidFill>
                  <a:srgbClr val="5D2B6F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5D2B6F"/>
                </a:solidFill>
                <a:latin typeface="Tahoma"/>
                <a:cs typeface="Tahoma"/>
              </a:rPr>
              <a:t>Flash</a:t>
            </a:r>
            <a:endParaRPr sz="1400">
              <a:latin typeface="Tahoma"/>
              <a:cs typeface="Tahoma"/>
            </a:endParaRPr>
          </a:p>
          <a:p>
            <a:pPr marL="12700" marR="64135">
              <a:lnSpc>
                <a:spcPct val="254500"/>
              </a:lnSpc>
              <a:tabLst>
                <a:tab pos="916940" algn="l"/>
                <a:tab pos="2459990" algn="l"/>
              </a:tabLst>
            </a:pPr>
            <a:r>
              <a:rPr dirty="0" sz="1400" spc="-10" b="1">
                <a:solidFill>
                  <a:srgbClr val="8A5805"/>
                </a:solidFill>
                <a:latin typeface="Tahoma"/>
                <a:cs typeface="Tahoma"/>
              </a:rPr>
              <a:t>Tavily</a:t>
            </a:r>
            <a:r>
              <a:rPr dirty="0" sz="1400" b="1">
                <a:solidFill>
                  <a:srgbClr val="8A5805"/>
                </a:solidFill>
                <a:latin typeface="Tahoma"/>
                <a:cs typeface="Tahoma"/>
              </a:rPr>
              <a:t>	</a:t>
            </a:r>
            <a:r>
              <a:rPr dirty="0" sz="1400" spc="-10" b="1">
                <a:solidFill>
                  <a:srgbClr val="8A5805"/>
                </a:solidFill>
                <a:latin typeface="Tahoma"/>
                <a:cs typeface="Tahoma"/>
              </a:rPr>
              <a:t>DuckDuckGo</a:t>
            </a:r>
            <a:r>
              <a:rPr dirty="0" sz="1400" b="1">
                <a:solidFill>
                  <a:srgbClr val="8A5805"/>
                </a:solidFill>
                <a:latin typeface="Tahoma"/>
                <a:cs typeface="Tahoma"/>
              </a:rPr>
              <a:t>	</a:t>
            </a:r>
            <a:r>
              <a:rPr dirty="0" sz="1400" spc="-10" b="1">
                <a:solidFill>
                  <a:srgbClr val="095C4E"/>
                </a:solidFill>
                <a:latin typeface="Tahoma"/>
                <a:cs typeface="Tahoma"/>
              </a:rPr>
              <a:t>SQLite</a:t>
            </a:r>
            <a:r>
              <a:rPr dirty="0" sz="1400" spc="-55" b="1">
                <a:solidFill>
                  <a:srgbClr val="095C4E"/>
                </a:solidFill>
                <a:latin typeface="Tahoma"/>
                <a:cs typeface="Tahoma"/>
              </a:rPr>
              <a:t> </a:t>
            </a:r>
            <a:r>
              <a:rPr dirty="0" sz="1400" spc="-204" b="1">
                <a:solidFill>
                  <a:srgbClr val="095C4E"/>
                </a:solidFill>
                <a:latin typeface="Tahoma"/>
                <a:cs typeface="Tahoma"/>
              </a:rPr>
              <a:t>+</a:t>
            </a:r>
            <a:r>
              <a:rPr dirty="0" sz="1400" spc="-15" b="1">
                <a:solidFill>
                  <a:srgbClr val="095C4E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095C4E"/>
                </a:solidFill>
                <a:latin typeface="Tahoma"/>
                <a:cs typeface="Tahoma"/>
              </a:rPr>
              <a:t>FTS5 </a:t>
            </a:r>
            <a:r>
              <a:rPr dirty="0" sz="1400" spc="-40" b="1">
                <a:solidFill>
                  <a:srgbClr val="A2330E"/>
                </a:solidFill>
                <a:latin typeface="Tahoma"/>
                <a:cs typeface="Tahoma"/>
              </a:rPr>
              <a:t>Streamlit</a:t>
            </a:r>
            <a:r>
              <a:rPr dirty="0" sz="1400" spc="-55" b="1">
                <a:solidFill>
                  <a:srgbClr val="A2330E"/>
                </a:solidFill>
                <a:latin typeface="Tahoma"/>
                <a:cs typeface="Tahoma"/>
              </a:rPr>
              <a:t> </a:t>
            </a:r>
            <a:r>
              <a:rPr dirty="0" sz="1400" spc="-20" b="1">
                <a:solidFill>
                  <a:srgbClr val="A2330E"/>
                </a:solidFill>
                <a:latin typeface="Tahoma"/>
                <a:cs typeface="Tahoma"/>
              </a:rPr>
              <a:t>Cloud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7974" y="5797549"/>
            <a:ext cx="4986655" cy="1922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5203A"/>
                </a:solidFill>
                <a:latin typeface="Tahoma"/>
                <a:cs typeface="Tahoma"/>
              </a:rPr>
              <a:t>Resilience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5-</a:t>
            </a:r>
            <a:r>
              <a:rPr dirty="0" sz="1500" spc="85">
                <a:solidFill>
                  <a:srgbClr val="2A3653"/>
                </a:solidFill>
                <a:latin typeface="Tahoma"/>
                <a:cs typeface="Tahoma"/>
              </a:rPr>
              <a:t>model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2A3653"/>
                </a:solidFill>
                <a:latin typeface="Tahoma"/>
                <a:cs typeface="Tahoma"/>
              </a:rPr>
              <a:t>fallback</a:t>
            </a:r>
            <a:r>
              <a:rPr dirty="0" sz="15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chain</a:t>
            </a:r>
            <a:r>
              <a:rPr dirty="0" sz="1500" spc="-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20">
                <a:solidFill>
                  <a:srgbClr val="2A3653"/>
                </a:solidFill>
                <a:latin typeface="Tahoma"/>
                <a:cs typeface="Tahoma"/>
              </a:rPr>
              <a:t>across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separate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free</a:t>
            </a:r>
            <a:r>
              <a:rPr dirty="0" sz="150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quotas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77100"/>
              </a:lnSpc>
              <a:spcBef>
                <a:spcPts val="35"/>
              </a:spcBef>
            </a:pP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Rate-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limit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retry</a:t>
            </a:r>
            <a:r>
              <a:rPr dirty="0" sz="1500" spc="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using</a:t>
            </a:r>
            <a:r>
              <a:rPr dirty="0" sz="1500" spc="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2A3653"/>
                </a:solidFill>
                <a:latin typeface="Tahoma"/>
                <a:cs typeface="Tahoma"/>
              </a:rPr>
              <a:t>the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providerʼs</a:t>
            </a:r>
            <a:r>
              <a:rPr dirty="0" sz="1500" spc="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00">
                <a:solidFill>
                  <a:srgbClr val="2A3653"/>
                </a:solidFill>
                <a:latin typeface="Tahoma"/>
                <a:cs typeface="Tahoma"/>
              </a:rPr>
              <a:t>own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wait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time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Graceful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stop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with</a:t>
            </a:r>
            <a:r>
              <a:rPr dirty="0" sz="1500" spc="-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partial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report</a:t>
            </a:r>
            <a:r>
              <a:rPr dirty="0" sz="15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60">
                <a:solidFill>
                  <a:srgbClr val="2A3653"/>
                </a:solidFill>
                <a:latin typeface="Tahoma"/>
                <a:cs typeface="Tahoma"/>
              </a:rPr>
              <a:t>—</a:t>
            </a:r>
            <a:r>
              <a:rPr dirty="0" sz="1500" spc="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2A3653"/>
                </a:solidFill>
                <a:latin typeface="Tahoma"/>
                <a:cs typeface="Tahoma"/>
              </a:rPr>
              <a:t>never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crash </a:t>
            </a:r>
            <a:r>
              <a:rPr dirty="0" sz="1500" spc="100">
                <a:solidFill>
                  <a:srgbClr val="2A3653"/>
                </a:solidFill>
                <a:latin typeface="Tahoma"/>
                <a:cs typeface="Tahoma"/>
              </a:rPr>
              <a:t>Public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2A3653"/>
                </a:solidFill>
                <a:latin typeface="Tahoma"/>
                <a:cs typeface="Tahoma"/>
              </a:rPr>
              <a:t>demo</a:t>
            </a:r>
            <a:r>
              <a:rPr dirty="0" sz="1500" spc="-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35">
                <a:solidFill>
                  <a:srgbClr val="2A3653"/>
                </a:solidFill>
                <a:latin typeface="Tahoma"/>
                <a:cs typeface="Tahoma"/>
              </a:rPr>
              <a:t>capped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2A3653"/>
                </a:solidFill>
                <a:latin typeface="Tahoma"/>
                <a:cs typeface="Tahoma"/>
              </a:rPr>
              <a:t>at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-70">
                <a:solidFill>
                  <a:srgbClr val="2A3653"/>
                </a:solidFill>
                <a:latin typeface="Tahoma"/>
                <a:cs typeface="Tahoma"/>
              </a:rPr>
              <a:t>15</a:t>
            </a:r>
            <a:r>
              <a:rPr dirty="0" sz="15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live</a:t>
            </a:r>
            <a:r>
              <a:rPr dirty="0" sz="1500" spc="-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runs/day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·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81</a:t>
            </a:r>
            <a:r>
              <a:rPr dirty="0" sz="1500" spc="-4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unit</a:t>
            </a:r>
            <a:r>
              <a:rPr dirty="0" sz="15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tests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277349" y="2381248"/>
            <a:ext cx="7943850" cy="5619750"/>
            <a:chOff x="9277349" y="2381248"/>
            <a:chExt cx="7943850" cy="5619750"/>
          </a:xfrm>
        </p:grpSpPr>
        <p:sp>
          <p:nvSpPr>
            <p:cNvPr id="15" name="object 15"/>
            <p:cNvSpPr/>
            <p:nvPr/>
          </p:nvSpPr>
          <p:spPr>
            <a:xfrm>
              <a:off x="9282111" y="2386015"/>
              <a:ext cx="7934325" cy="5610225"/>
            </a:xfrm>
            <a:custGeom>
              <a:avLst/>
              <a:gdLst/>
              <a:ahLst/>
              <a:cxnLst/>
              <a:rect l="l" t="t" r="r" b="b"/>
              <a:pathLst>
                <a:path w="7934325" h="5610225">
                  <a:moveTo>
                    <a:pt x="7736244" y="5610219"/>
                  </a:moveTo>
                  <a:lnTo>
                    <a:pt x="198080" y="5610219"/>
                  </a:lnTo>
                  <a:lnTo>
                    <a:pt x="191389" y="5609889"/>
                  </a:lnTo>
                  <a:lnTo>
                    <a:pt x="151759" y="5603340"/>
                  </a:lnTo>
                  <a:lnTo>
                    <a:pt x="114165" y="5589198"/>
                  </a:lnTo>
                  <a:lnTo>
                    <a:pt x="80056" y="5567989"/>
                  </a:lnTo>
                  <a:lnTo>
                    <a:pt x="50738" y="5540531"/>
                  </a:lnTo>
                  <a:lnTo>
                    <a:pt x="27341" y="5507882"/>
                  </a:lnTo>
                  <a:lnTo>
                    <a:pt x="10764" y="5471293"/>
                  </a:lnTo>
                  <a:lnTo>
                    <a:pt x="1643" y="5432179"/>
                  </a:lnTo>
                  <a:lnTo>
                    <a:pt x="0" y="5412143"/>
                  </a:lnTo>
                  <a:lnTo>
                    <a:pt x="0" y="5405432"/>
                  </a:lnTo>
                  <a:lnTo>
                    <a:pt x="0" y="198076"/>
                  </a:lnTo>
                  <a:lnTo>
                    <a:pt x="5242" y="158246"/>
                  </a:lnTo>
                  <a:lnTo>
                    <a:pt x="18154" y="120211"/>
                  </a:lnTo>
                  <a:lnTo>
                    <a:pt x="38238" y="85426"/>
                  </a:lnTo>
                  <a:lnTo>
                    <a:pt x="64723" y="55228"/>
                  </a:lnTo>
                  <a:lnTo>
                    <a:pt x="96590" y="30779"/>
                  </a:lnTo>
                  <a:lnTo>
                    <a:pt x="132614" y="13017"/>
                  </a:lnTo>
                  <a:lnTo>
                    <a:pt x="171413" y="2623"/>
                  </a:lnTo>
                  <a:lnTo>
                    <a:pt x="198080" y="0"/>
                  </a:lnTo>
                  <a:lnTo>
                    <a:pt x="7736244" y="0"/>
                  </a:lnTo>
                  <a:lnTo>
                    <a:pt x="7776065" y="5236"/>
                  </a:lnTo>
                  <a:lnTo>
                    <a:pt x="7814100" y="18147"/>
                  </a:lnTo>
                  <a:lnTo>
                    <a:pt x="7848885" y="38230"/>
                  </a:lnTo>
                  <a:lnTo>
                    <a:pt x="7879085" y="64716"/>
                  </a:lnTo>
                  <a:lnTo>
                    <a:pt x="7903535" y="96574"/>
                  </a:lnTo>
                  <a:lnTo>
                    <a:pt x="7921301" y="132606"/>
                  </a:lnTo>
                  <a:lnTo>
                    <a:pt x="7931696" y="171408"/>
                  </a:lnTo>
                  <a:lnTo>
                    <a:pt x="7934324" y="198076"/>
                  </a:lnTo>
                  <a:lnTo>
                    <a:pt x="7934324" y="5412143"/>
                  </a:lnTo>
                  <a:lnTo>
                    <a:pt x="7929078" y="5451964"/>
                  </a:lnTo>
                  <a:lnTo>
                    <a:pt x="7916167" y="5489994"/>
                  </a:lnTo>
                  <a:lnTo>
                    <a:pt x="7896083" y="5524778"/>
                  </a:lnTo>
                  <a:lnTo>
                    <a:pt x="7869599" y="5554981"/>
                  </a:lnTo>
                  <a:lnTo>
                    <a:pt x="7837732" y="5579426"/>
                  </a:lnTo>
                  <a:lnTo>
                    <a:pt x="7801706" y="5597192"/>
                  </a:lnTo>
                  <a:lnTo>
                    <a:pt x="7762909" y="5607587"/>
                  </a:lnTo>
                  <a:lnTo>
                    <a:pt x="7742935" y="5609889"/>
                  </a:lnTo>
                  <a:lnTo>
                    <a:pt x="7736244" y="5610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282111" y="2386010"/>
              <a:ext cx="7934325" cy="5610225"/>
            </a:xfrm>
            <a:custGeom>
              <a:avLst/>
              <a:gdLst/>
              <a:ahLst/>
              <a:cxnLst/>
              <a:rect l="l" t="t" r="r" b="b"/>
              <a:pathLst>
                <a:path w="7934325" h="5610225">
                  <a:moveTo>
                    <a:pt x="0" y="54054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8"/>
                  </a:lnTo>
                  <a:lnTo>
                    <a:pt x="986" y="184714"/>
                  </a:lnTo>
                  <a:lnTo>
                    <a:pt x="1643" y="178040"/>
                  </a:lnTo>
                  <a:lnTo>
                    <a:pt x="2626" y="171412"/>
                  </a:lnTo>
                  <a:lnTo>
                    <a:pt x="3934" y="164832"/>
                  </a:lnTo>
                  <a:lnTo>
                    <a:pt x="5242" y="158251"/>
                  </a:lnTo>
                  <a:lnTo>
                    <a:pt x="6870" y="151753"/>
                  </a:lnTo>
                  <a:lnTo>
                    <a:pt x="8817" y="145335"/>
                  </a:lnTo>
                  <a:lnTo>
                    <a:pt x="10764" y="138917"/>
                  </a:lnTo>
                  <a:lnTo>
                    <a:pt x="24180" y="108244"/>
                  </a:lnTo>
                  <a:lnTo>
                    <a:pt x="27341" y="102328"/>
                  </a:lnTo>
                  <a:lnTo>
                    <a:pt x="46483" y="74870"/>
                  </a:lnTo>
                  <a:lnTo>
                    <a:pt x="50738" y="69683"/>
                  </a:lnTo>
                  <a:lnTo>
                    <a:pt x="74870" y="46485"/>
                  </a:lnTo>
                  <a:lnTo>
                    <a:pt x="80056" y="42230"/>
                  </a:lnTo>
                  <a:lnTo>
                    <a:pt x="108250" y="24184"/>
                  </a:lnTo>
                  <a:lnTo>
                    <a:pt x="114166" y="21016"/>
                  </a:lnTo>
                  <a:lnTo>
                    <a:pt x="151759" y="6869"/>
                  </a:lnTo>
                  <a:lnTo>
                    <a:pt x="191389" y="335"/>
                  </a:lnTo>
                  <a:lnTo>
                    <a:pt x="204787" y="0"/>
                  </a:lnTo>
                  <a:lnTo>
                    <a:pt x="7729536" y="0"/>
                  </a:lnTo>
                  <a:lnTo>
                    <a:pt x="7769486" y="3934"/>
                  </a:lnTo>
                  <a:lnTo>
                    <a:pt x="7776065" y="5241"/>
                  </a:lnTo>
                  <a:lnTo>
                    <a:pt x="7782563" y="6874"/>
                  </a:lnTo>
                  <a:lnTo>
                    <a:pt x="7788982" y="8823"/>
                  </a:lnTo>
                  <a:lnTo>
                    <a:pt x="7795400" y="10767"/>
                  </a:lnTo>
                  <a:lnTo>
                    <a:pt x="7826071" y="24184"/>
                  </a:lnTo>
                  <a:lnTo>
                    <a:pt x="7831986" y="27342"/>
                  </a:lnTo>
                  <a:lnTo>
                    <a:pt x="7859451" y="46485"/>
                  </a:lnTo>
                  <a:lnTo>
                    <a:pt x="7864635" y="50736"/>
                  </a:lnTo>
                  <a:lnTo>
                    <a:pt x="7869599" y="55233"/>
                  </a:lnTo>
                  <a:lnTo>
                    <a:pt x="7874341" y="59977"/>
                  </a:lnTo>
                  <a:lnTo>
                    <a:pt x="7879085" y="64721"/>
                  </a:lnTo>
                  <a:lnTo>
                    <a:pt x="7883584" y="69683"/>
                  </a:lnTo>
                  <a:lnTo>
                    <a:pt x="7887838" y="74870"/>
                  </a:lnTo>
                  <a:lnTo>
                    <a:pt x="7892093" y="80055"/>
                  </a:lnTo>
                  <a:lnTo>
                    <a:pt x="7913304" y="114160"/>
                  </a:lnTo>
                  <a:lnTo>
                    <a:pt x="7925505" y="145335"/>
                  </a:lnTo>
                  <a:lnTo>
                    <a:pt x="7927453" y="151753"/>
                  </a:lnTo>
                  <a:lnTo>
                    <a:pt x="7933337" y="184714"/>
                  </a:lnTo>
                  <a:lnTo>
                    <a:pt x="7933995" y="191388"/>
                  </a:lnTo>
                  <a:lnTo>
                    <a:pt x="7934324" y="198080"/>
                  </a:lnTo>
                  <a:lnTo>
                    <a:pt x="7934324" y="204787"/>
                  </a:lnTo>
                  <a:lnTo>
                    <a:pt x="7934324" y="5405437"/>
                  </a:lnTo>
                  <a:lnTo>
                    <a:pt x="7934324" y="5412148"/>
                  </a:lnTo>
                  <a:lnTo>
                    <a:pt x="7933995" y="5418835"/>
                  </a:lnTo>
                  <a:lnTo>
                    <a:pt x="7933337" y="5425510"/>
                  </a:lnTo>
                  <a:lnTo>
                    <a:pt x="7932680" y="5432184"/>
                  </a:lnTo>
                  <a:lnTo>
                    <a:pt x="7931696" y="5438811"/>
                  </a:lnTo>
                  <a:lnTo>
                    <a:pt x="7930387" y="5445387"/>
                  </a:lnTo>
                  <a:lnTo>
                    <a:pt x="7929078" y="5451969"/>
                  </a:lnTo>
                  <a:lnTo>
                    <a:pt x="7918733" y="5483800"/>
                  </a:lnTo>
                  <a:lnTo>
                    <a:pt x="7916167" y="5489999"/>
                  </a:lnTo>
                  <a:lnTo>
                    <a:pt x="7913303" y="5496055"/>
                  </a:lnTo>
                  <a:lnTo>
                    <a:pt x="7910142" y="5501966"/>
                  </a:lnTo>
                  <a:lnTo>
                    <a:pt x="7906980" y="5507887"/>
                  </a:lnTo>
                  <a:lnTo>
                    <a:pt x="7903535" y="5513630"/>
                  </a:lnTo>
                  <a:lnTo>
                    <a:pt x="7899808" y="5519206"/>
                  </a:lnTo>
                  <a:lnTo>
                    <a:pt x="7896083" y="5524783"/>
                  </a:lnTo>
                  <a:lnTo>
                    <a:pt x="7892093" y="5530168"/>
                  </a:lnTo>
                  <a:lnTo>
                    <a:pt x="7887838" y="5535354"/>
                  </a:lnTo>
                  <a:lnTo>
                    <a:pt x="7883584" y="5540540"/>
                  </a:lnTo>
                  <a:lnTo>
                    <a:pt x="7879085" y="5545503"/>
                  </a:lnTo>
                  <a:lnTo>
                    <a:pt x="7874341" y="5550241"/>
                  </a:lnTo>
                  <a:lnTo>
                    <a:pt x="7869599" y="5554986"/>
                  </a:lnTo>
                  <a:lnTo>
                    <a:pt x="7864636" y="5559483"/>
                  </a:lnTo>
                  <a:lnTo>
                    <a:pt x="7859452" y="5563738"/>
                  </a:lnTo>
                  <a:lnTo>
                    <a:pt x="7854267" y="5567994"/>
                  </a:lnTo>
                  <a:lnTo>
                    <a:pt x="7848887" y="5571980"/>
                  </a:lnTo>
                  <a:lnTo>
                    <a:pt x="7843309" y="5575705"/>
                  </a:lnTo>
                  <a:lnTo>
                    <a:pt x="7837732" y="5579431"/>
                  </a:lnTo>
                  <a:lnTo>
                    <a:pt x="7807902" y="5594630"/>
                  </a:lnTo>
                  <a:lnTo>
                    <a:pt x="7801706" y="5597197"/>
                  </a:lnTo>
                  <a:lnTo>
                    <a:pt x="7769486" y="5606280"/>
                  </a:lnTo>
                  <a:lnTo>
                    <a:pt x="7762909" y="5607591"/>
                  </a:lnTo>
                  <a:lnTo>
                    <a:pt x="7756284" y="5608577"/>
                  </a:lnTo>
                  <a:lnTo>
                    <a:pt x="7749608" y="5609238"/>
                  </a:lnTo>
                  <a:lnTo>
                    <a:pt x="7742935" y="5609894"/>
                  </a:lnTo>
                  <a:lnTo>
                    <a:pt x="7736244" y="5610224"/>
                  </a:lnTo>
                  <a:lnTo>
                    <a:pt x="7729536" y="5610224"/>
                  </a:lnTo>
                  <a:lnTo>
                    <a:pt x="204787" y="5610224"/>
                  </a:lnTo>
                  <a:lnTo>
                    <a:pt x="198080" y="5610224"/>
                  </a:lnTo>
                  <a:lnTo>
                    <a:pt x="191389" y="5609894"/>
                  </a:lnTo>
                  <a:lnTo>
                    <a:pt x="184714" y="5609238"/>
                  </a:lnTo>
                  <a:lnTo>
                    <a:pt x="178040" y="5608577"/>
                  </a:lnTo>
                  <a:lnTo>
                    <a:pt x="171413" y="5607591"/>
                  </a:lnTo>
                  <a:lnTo>
                    <a:pt x="164834" y="5606280"/>
                  </a:lnTo>
                  <a:lnTo>
                    <a:pt x="158257" y="5604973"/>
                  </a:lnTo>
                  <a:lnTo>
                    <a:pt x="120221" y="5592063"/>
                  </a:lnTo>
                  <a:lnTo>
                    <a:pt x="85436" y="5571980"/>
                  </a:lnTo>
                  <a:lnTo>
                    <a:pt x="74871" y="5563738"/>
                  </a:lnTo>
                  <a:lnTo>
                    <a:pt x="69686" y="5559483"/>
                  </a:lnTo>
                  <a:lnTo>
                    <a:pt x="64723" y="5554986"/>
                  </a:lnTo>
                  <a:lnTo>
                    <a:pt x="59980" y="5550241"/>
                  </a:lnTo>
                  <a:lnTo>
                    <a:pt x="55237" y="5545503"/>
                  </a:lnTo>
                  <a:lnTo>
                    <a:pt x="34511" y="5519201"/>
                  </a:lnTo>
                  <a:lnTo>
                    <a:pt x="30785" y="5513630"/>
                  </a:lnTo>
                  <a:lnTo>
                    <a:pt x="27341" y="5507887"/>
                  </a:lnTo>
                  <a:lnTo>
                    <a:pt x="24180" y="5501966"/>
                  </a:lnTo>
                  <a:lnTo>
                    <a:pt x="21018" y="5496055"/>
                  </a:lnTo>
                  <a:lnTo>
                    <a:pt x="18154" y="5489999"/>
                  </a:lnTo>
                  <a:lnTo>
                    <a:pt x="15587" y="5483800"/>
                  </a:lnTo>
                  <a:lnTo>
                    <a:pt x="13020" y="5477605"/>
                  </a:lnTo>
                  <a:lnTo>
                    <a:pt x="3934" y="5445387"/>
                  </a:lnTo>
                  <a:lnTo>
                    <a:pt x="2626" y="5438811"/>
                  </a:lnTo>
                  <a:lnTo>
                    <a:pt x="1643" y="5432184"/>
                  </a:lnTo>
                  <a:lnTo>
                    <a:pt x="986" y="5425510"/>
                  </a:lnTo>
                  <a:lnTo>
                    <a:pt x="328" y="5418835"/>
                  </a:lnTo>
                  <a:lnTo>
                    <a:pt x="0" y="5412148"/>
                  </a:lnTo>
                  <a:lnTo>
                    <a:pt x="0" y="5405437"/>
                  </a:lnTo>
                  <a:close/>
                </a:path>
              </a:pathLst>
            </a:custGeom>
            <a:ln w="9524">
              <a:solidFill>
                <a:srgbClr val="E3DB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2623" y="2714623"/>
              <a:ext cx="114299" cy="11429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788524" y="2616200"/>
            <a:ext cx="715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5203A"/>
                </a:solidFill>
                <a:latin typeface="Tahoma"/>
                <a:cs typeface="Tahoma"/>
              </a:rPr>
              <a:t>Limits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72623" y="3162298"/>
            <a:ext cx="114300" cy="2943225"/>
            <a:chOff x="9572623" y="3162298"/>
            <a:chExt cx="114300" cy="294322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2623" y="3162298"/>
              <a:ext cx="95249" cy="952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72623" y="3838573"/>
              <a:ext cx="95249" cy="952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72623" y="4248148"/>
              <a:ext cx="95249" cy="9524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72623" y="4657723"/>
              <a:ext cx="95249" cy="9524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72623" y="5162548"/>
              <a:ext cx="114299" cy="11429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72623" y="5600698"/>
              <a:ext cx="95249" cy="9524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72623" y="6010273"/>
              <a:ext cx="95249" cy="9524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788524" y="3017202"/>
            <a:ext cx="6983730" cy="1797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90"/>
              </a:spcBef>
            </a:pPr>
            <a:r>
              <a:rPr dirty="0" sz="1500" b="1">
                <a:solidFill>
                  <a:srgbClr val="2A3653"/>
                </a:solidFill>
                <a:latin typeface="Tahoma"/>
                <a:cs typeface="Tahoma"/>
              </a:rPr>
              <a:t>Quotas: </a:t>
            </a:r>
            <a:r>
              <a:rPr dirty="0" sz="1500" spc="105">
                <a:solidFill>
                  <a:srgbClr val="2A3653"/>
                </a:solidFill>
                <a:latin typeface="Microsoft Sans Serif"/>
                <a:cs typeface="Microsoft Sans Serif"/>
              </a:rPr>
              <a:t>≈</a:t>
            </a:r>
            <a:r>
              <a:rPr dirty="0" sz="1500" spc="105">
                <a:solidFill>
                  <a:srgbClr val="2A3653"/>
                </a:solidFill>
                <a:latin typeface="Tahoma"/>
                <a:cs typeface="Tahoma"/>
              </a:rPr>
              <a:t>200k</a:t>
            </a:r>
            <a:r>
              <a:rPr dirty="0" sz="1500" spc="-2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tokens/day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per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Groq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2A3653"/>
                </a:solidFill>
                <a:latin typeface="Tahoma"/>
                <a:cs typeface="Tahoma"/>
              </a:rPr>
              <a:t>model;</a:t>
            </a:r>
            <a:r>
              <a:rPr dirty="0" sz="1500" spc="-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00">
                <a:solidFill>
                  <a:srgbClr val="2A3653"/>
                </a:solidFill>
                <a:latin typeface="Tahoma"/>
                <a:cs typeface="Tahoma"/>
              </a:rPr>
              <a:t>broad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comparison</a:t>
            </a:r>
            <a:r>
              <a:rPr dirty="0" sz="1500" spc="-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14">
                <a:solidFill>
                  <a:srgbClr val="2A3653"/>
                </a:solidFill>
                <a:latin typeface="Tahoma"/>
                <a:cs typeface="Tahoma"/>
              </a:rPr>
              <a:t>costs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25">
                <a:solidFill>
                  <a:srgbClr val="2A3653"/>
                </a:solidFill>
                <a:latin typeface="Tahoma"/>
                <a:cs typeface="Tahoma"/>
              </a:rPr>
              <a:t>70–</a:t>
            </a:r>
            <a:r>
              <a:rPr dirty="0" sz="1500" spc="-20">
                <a:solidFill>
                  <a:srgbClr val="2A3653"/>
                </a:solidFill>
                <a:latin typeface="Tahoma"/>
                <a:cs typeface="Tahoma"/>
              </a:rPr>
              <a:t>100k</a:t>
            </a:r>
            <a:endParaRPr sz="1500">
              <a:latin typeface="Tahoma"/>
              <a:cs typeface="Tahoma"/>
            </a:endParaRPr>
          </a:p>
          <a:p>
            <a:pPr marL="12700" marR="83185">
              <a:lnSpc>
                <a:spcPts val="3220"/>
              </a:lnSpc>
              <a:spcBef>
                <a:spcPts val="75"/>
              </a:spcBef>
            </a:pPr>
            <a:r>
              <a:rPr dirty="0" sz="1500" b="1">
                <a:solidFill>
                  <a:srgbClr val="2A3653"/>
                </a:solidFill>
                <a:latin typeface="Tahoma"/>
                <a:cs typeface="Tahoma"/>
              </a:rPr>
              <a:t>Small</a:t>
            </a:r>
            <a:r>
              <a:rPr dirty="0" sz="1500" spc="-2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2A3653"/>
                </a:solidFill>
                <a:latin typeface="Tahoma"/>
                <a:cs typeface="Tahoma"/>
              </a:rPr>
              <a:t>models:</a:t>
            </a:r>
            <a:r>
              <a:rPr dirty="0" sz="1500" spc="3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2A3653"/>
                </a:solidFill>
                <a:latin typeface="Tahoma"/>
                <a:cs typeface="Tahoma"/>
              </a:rPr>
              <a:t>gpt-</a:t>
            </a:r>
            <a:r>
              <a:rPr dirty="0" sz="1500" spc="100">
                <a:solidFill>
                  <a:srgbClr val="2A3653"/>
                </a:solidFill>
                <a:latin typeface="Tahoma"/>
                <a:cs typeface="Tahoma"/>
              </a:rPr>
              <a:t>oss-</a:t>
            </a:r>
            <a:r>
              <a:rPr dirty="0" sz="1500" spc="130">
                <a:solidFill>
                  <a:srgbClr val="2A3653"/>
                </a:solidFill>
                <a:latin typeface="Tahoma"/>
                <a:cs typeface="Tahoma"/>
              </a:rPr>
              <a:t>20b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rarely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fetches</a:t>
            </a:r>
            <a:r>
              <a:rPr dirty="0" sz="1500" spc="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25">
                <a:solidFill>
                  <a:srgbClr val="2A3653"/>
                </a:solidFill>
                <a:latin typeface="Tahoma"/>
                <a:cs typeface="Tahoma"/>
              </a:rPr>
              <a:t>pages</a:t>
            </a:r>
            <a:r>
              <a:rPr dirty="0" sz="15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2A3653"/>
                </a:solidFill>
                <a:latin typeface="Tahoma"/>
                <a:cs typeface="Tahoma"/>
              </a:rPr>
              <a:t>without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memory </a:t>
            </a:r>
            <a:r>
              <a:rPr dirty="0" sz="1500" b="1">
                <a:solidFill>
                  <a:srgbClr val="2A3653"/>
                </a:solidFill>
                <a:latin typeface="Tahoma"/>
                <a:cs typeface="Tahoma"/>
              </a:rPr>
              <a:t>Evidence:</a:t>
            </a:r>
            <a:r>
              <a:rPr dirty="0" sz="1500" spc="4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one</a:t>
            </a:r>
            <a:r>
              <a:rPr dirty="0" sz="15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task</a:t>
            </a:r>
            <a:r>
              <a:rPr dirty="0" sz="1500" spc="-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60">
                <a:solidFill>
                  <a:srgbClr val="2A3653"/>
                </a:solidFill>
                <a:latin typeface="Tahoma"/>
                <a:cs typeface="Tahoma"/>
              </a:rPr>
              <a:t>family,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2A3653"/>
                </a:solidFill>
                <a:latin typeface="Tahoma"/>
                <a:cs typeface="Tahoma"/>
              </a:rPr>
              <a:t>four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runs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60">
                <a:solidFill>
                  <a:srgbClr val="2A3653"/>
                </a:solidFill>
                <a:latin typeface="Tahoma"/>
                <a:cs typeface="Tahoma"/>
              </a:rPr>
              <a:t>—</a:t>
            </a:r>
            <a:r>
              <a:rPr dirty="0" sz="1500" spc="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2A3653"/>
                </a:solidFill>
                <a:latin typeface="Tahoma"/>
                <a:cs typeface="Tahoma"/>
              </a:rPr>
              <a:t>demonstration,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not</a:t>
            </a:r>
            <a:r>
              <a:rPr dirty="0" sz="1500" spc="3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2A3653"/>
                </a:solidFill>
                <a:latin typeface="Tahoma"/>
                <a:cs typeface="Tahoma"/>
              </a:rPr>
              <a:t>benchmark </a:t>
            </a:r>
            <a:r>
              <a:rPr dirty="0" sz="1500" b="1">
                <a:solidFill>
                  <a:srgbClr val="2A3653"/>
                </a:solidFill>
                <a:latin typeface="Tahoma"/>
                <a:cs typeface="Tahoma"/>
              </a:rPr>
              <a:t>Recall:</a:t>
            </a:r>
            <a:r>
              <a:rPr dirty="0" sz="1500" spc="105" b="1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10">
                <a:solidFill>
                  <a:srgbClr val="2A3653"/>
                </a:solidFill>
                <a:latin typeface="Tahoma"/>
                <a:cs typeface="Tahoma"/>
              </a:rPr>
              <a:t>keyword-</a:t>
            </a:r>
            <a:r>
              <a:rPr dirty="0" sz="1500" spc="120">
                <a:solidFill>
                  <a:srgbClr val="2A3653"/>
                </a:solidFill>
                <a:latin typeface="Tahoma"/>
                <a:cs typeface="Tahoma"/>
              </a:rPr>
              <a:t>based</a:t>
            </a:r>
            <a:r>
              <a:rPr dirty="0" sz="1500" spc="10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(FTS5),</a:t>
            </a:r>
            <a:r>
              <a:rPr dirty="0" sz="1500" spc="7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not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semantic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88524" y="5054599"/>
            <a:ext cx="6569075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15203A"/>
                </a:solidFill>
                <a:latin typeface="Tahoma"/>
                <a:cs typeface="Tahoma"/>
              </a:rPr>
              <a:t>Next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500" spc="85">
                <a:solidFill>
                  <a:srgbClr val="2A3653"/>
                </a:solidFill>
                <a:latin typeface="Tahoma"/>
                <a:cs typeface="Tahoma"/>
              </a:rPr>
              <a:t>Semantic</a:t>
            </a:r>
            <a:r>
              <a:rPr dirty="0" sz="1500" spc="1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85">
                <a:solidFill>
                  <a:srgbClr val="2A3653"/>
                </a:solidFill>
                <a:latin typeface="Tahoma"/>
                <a:cs typeface="Tahoma"/>
              </a:rPr>
              <a:t>recall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with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embeddings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500" spc="80">
                <a:solidFill>
                  <a:srgbClr val="2A3653"/>
                </a:solidFill>
                <a:latin typeface="Tahoma"/>
                <a:cs typeface="Tahoma"/>
              </a:rPr>
              <a:t>Prune</a:t>
            </a:r>
            <a:r>
              <a:rPr dirty="0" sz="1500" spc="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lessons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that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65">
                <a:solidFill>
                  <a:srgbClr val="2A3653"/>
                </a:solidFill>
                <a:latin typeface="Tahoma"/>
                <a:cs typeface="Tahoma"/>
              </a:rPr>
              <a:t>donʼt</a:t>
            </a:r>
            <a:r>
              <a:rPr dirty="0" sz="1500" spc="3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2A3653"/>
                </a:solidFill>
                <a:latin typeface="Tahoma"/>
                <a:cs typeface="Tahoma"/>
              </a:rPr>
              <a:t>help;</a:t>
            </a:r>
            <a:r>
              <a:rPr dirty="0" sz="1500" spc="-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0">
                <a:solidFill>
                  <a:srgbClr val="2A3653"/>
                </a:solidFill>
                <a:latin typeface="Tahoma"/>
                <a:cs typeface="Tahoma"/>
              </a:rPr>
              <a:t>re-</a:t>
            </a:r>
            <a:r>
              <a:rPr dirty="0" sz="1500" spc="130">
                <a:solidFill>
                  <a:srgbClr val="2A3653"/>
                </a:solidFill>
                <a:latin typeface="Tahoma"/>
                <a:cs typeface="Tahoma"/>
              </a:rPr>
              <a:t>check</a:t>
            </a:r>
            <a:r>
              <a:rPr dirty="0" sz="1500" spc="-1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trusted</a:t>
            </a:r>
            <a:r>
              <a:rPr dirty="0" sz="1500" spc="45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110">
                <a:solidFill>
                  <a:srgbClr val="2A3653"/>
                </a:solidFill>
                <a:latin typeface="Tahoma"/>
                <a:cs typeface="Tahoma"/>
              </a:rPr>
              <a:t>sources</a:t>
            </a:r>
            <a:r>
              <a:rPr dirty="0" sz="1500" spc="2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on</a:t>
            </a:r>
            <a:r>
              <a:rPr dirty="0" sz="150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2A3653"/>
                </a:solidFill>
                <a:latin typeface="Tahoma"/>
                <a:cs typeface="Tahoma"/>
              </a:rPr>
              <a:t>a</a:t>
            </a:r>
            <a:r>
              <a:rPr dirty="0" sz="1500" spc="50">
                <a:solidFill>
                  <a:srgbClr val="2A3653"/>
                </a:solidFill>
                <a:latin typeface="Tahoma"/>
                <a:cs typeface="Tahoma"/>
              </a:rPr>
              <a:t> </a:t>
            </a:r>
            <a:r>
              <a:rPr dirty="0" sz="1500" spc="95">
                <a:solidFill>
                  <a:srgbClr val="2A3653"/>
                </a:solidFill>
                <a:latin typeface="Tahoma"/>
                <a:cs typeface="Tahoma"/>
              </a:rPr>
              <a:t>schedule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66799" y="8229597"/>
            <a:ext cx="16154400" cy="1123950"/>
          </a:xfrm>
          <a:custGeom>
            <a:avLst/>
            <a:gdLst/>
            <a:ahLst/>
            <a:cxnLst/>
            <a:rect l="l" t="t" r="r" b="b"/>
            <a:pathLst>
              <a:path w="16154400" h="1123950">
                <a:moveTo>
                  <a:pt x="15933288" y="1123949"/>
                </a:moveTo>
                <a:lnTo>
                  <a:pt x="221113" y="1123949"/>
                </a:lnTo>
                <a:lnTo>
                  <a:pt x="213644" y="1123582"/>
                </a:lnTo>
                <a:lnTo>
                  <a:pt x="169405" y="1116275"/>
                </a:lnTo>
                <a:lnTo>
                  <a:pt x="127441" y="1100486"/>
                </a:lnTo>
                <a:lnTo>
                  <a:pt x="89365" y="1076808"/>
                </a:lnTo>
                <a:lnTo>
                  <a:pt x="56639" y="1046159"/>
                </a:lnTo>
                <a:lnTo>
                  <a:pt x="30522" y="1009709"/>
                </a:lnTo>
                <a:lnTo>
                  <a:pt x="12016" y="968871"/>
                </a:lnTo>
                <a:lnTo>
                  <a:pt x="1834" y="925204"/>
                </a:lnTo>
                <a:lnTo>
                  <a:pt x="0" y="902837"/>
                </a:lnTo>
                <a:lnTo>
                  <a:pt x="0" y="895349"/>
                </a:lnTo>
                <a:lnTo>
                  <a:pt x="0" y="221117"/>
                </a:lnTo>
                <a:lnTo>
                  <a:pt x="5852" y="176654"/>
                </a:lnTo>
                <a:lnTo>
                  <a:pt x="20266" y="134196"/>
                </a:lnTo>
                <a:lnTo>
                  <a:pt x="42685" y="95366"/>
                </a:lnTo>
                <a:lnTo>
                  <a:pt x="72249" y="61661"/>
                </a:lnTo>
                <a:lnTo>
                  <a:pt x="107821" y="34365"/>
                </a:lnTo>
                <a:lnTo>
                  <a:pt x="148035" y="14538"/>
                </a:lnTo>
                <a:lnTo>
                  <a:pt x="191345" y="2934"/>
                </a:lnTo>
                <a:lnTo>
                  <a:pt x="221113" y="0"/>
                </a:lnTo>
                <a:lnTo>
                  <a:pt x="15933288" y="0"/>
                </a:lnTo>
                <a:lnTo>
                  <a:pt x="15977740" y="5859"/>
                </a:lnTo>
                <a:lnTo>
                  <a:pt x="16020197" y="20263"/>
                </a:lnTo>
                <a:lnTo>
                  <a:pt x="16059027" y="42685"/>
                </a:lnTo>
                <a:lnTo>
                  <a:pt x="16092738" y="72250"/>
                </a:lnTo>
                <a:lnTo>
                  <a:pt x="16120032" y="107816"/>
                </a:lnTo>
                <a:lnTo>
                  <a:pt x="16139862" y="148032"/>
                </a:lnTo>
                <a:lnTo>
                  <a:pt x="16151466" y="191341"/>
                </a:lnTo>
                <a:lnTo>
                  <a:pt x="16154399" y="221117"/>
                </a:lnTo>
                <a:lnTo>
                  <a:pt x="16154399" y="902837"/>
                </a:lnTo>
                <a:lnTo>
                  <a:pt x="16148544" y="947281"/>
                </a:lnTo>
                <a:lnTo>
                  <a:pt x="16134132" y="989744"/>
                </a:lnTo>
                <a:lnTo>
                  <a:pt x="16111713" y="1028574"/>
                </a:lnTo>
                <a:lnTo>
                  <a:pt x="16082149" y="1062288"/>
                </a:lnTo>
                <a:lnTo>
                  <a:pt x="16046576" y="1089579"/>
                </a:lnTo>
                <a:lnTo>
                  <a:pt x="16006362" y="1109410"/>
                </a:lnTo>
                <a:lnTo>
                  <a:pt x="15963054" y="1121015"/>
                </a:lnTo>
                <a:lnTo>
                  <a:pt x="15940756" y="1123582"/>
                </a:lnTo>
                <a:lnTo>
                  <a:pt x="15933288" y="1123949"/>
                </a:lnTo>
                <a:close/>
              </a:path>
            </a:pathLst>
          </a:custGeom>
          <a:solidFill>
            <a:srgbClr val="1520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416049" y="8445500"/>
            <a:ext cx="267525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80" b="1" i="1">
                <a:solidFill>
                  <a:srgbClr val="7DDFC6"/>
                </a:solidFill>
                <a:latin typeface="Cambria"/>
                <a:cs typeface="Cambria"/>
              </a:rPr>
              <a:t>Thank</a:t>
            </a:r>
            <a:r>
              <a:rPr dirty="0" sz="4050" spc="-65" b="1" i="1">
                <a:solidFill>
                  <a:srgbClr val="7DDFC6"/>
                </a:solidFill>
                <a:latin typeface="Cambria"/>
                <a:cs typeface="Cambria"/>
              </a:rPr>
              <a:t> </a:t>
            </a:r>
            <a:r>
              <a:rPr dirty="0" sz="4050" spc="75" b="1" i="1">
                <a:solidFill>
                  <a:srgbClr val="7DDFC6"/>
                </a:solidFill>
                <a:latin typeface="Cambria"/>
                <a:cs typeface="Cambria"/>
              </a:rPr>
              <a:t>you.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45000" y="8540750"/>
            <a:ext cx="487680" cy="5111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30" b="1">
                <a:solidFill>
                  <a:srgbClr val="99A6C3"/>
                </a:solidFill>
                <a:latin typeface="Tahoma"/>
                <a:cs typeface="Tahoma"/>
              </a:rPr>
              <a:t>LIVE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100" spc="110" b="1">
                <a:solidFill>
                  <a:srgbClr val="99A6C3"/>
                </a:solidFill>
                <a:latin typeface="Tahoma"/>
                <a:cs typeface="Tahoma"/>
              </a:rPr>
              <a:t>CO</a:t>
            </a:r>
            <a:r>
              <a:rPr dirty="0" sz="1100" spc="-150" b="1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100" spc="-35" b="1">
                <a:solidFill>
                  <a:srgbClr val="99A6C3"/>
                </a:solidFill>
                <a:latin typeface="Tahoma"/>
                <a:cs typeface="Tahoma"/>
              </a:rPr>
              <a:t>D</a:t>
            </a:r>
            <a:r>
              <a:rPr dirty="0" sz="1100" spc="-170" b="1">
                <a:solidFill>
                  <a:srgbClr val="99A6C3"/>
                </a:solidFill>
                <a:latin typeface="Tahoma"/>
                <a:cs typeface="Tahoma"/>
              </a:rPr>
              <a:t> </a:t>
            </a:r>
            <a:r>
              <a:rPr dirty="0" sz="1100" spc="-50" b="1">
                <a:solidFill>
                  <a:srgbClr val="99A6C3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11749" y="8405494"/>
            <a:ext cx="7363459" cy="6540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asad-research-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agent.streamlit.app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github.com/shaikasadahmed2k23/self-improving-research-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agent_Submission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084300" y="8521700"/>
            <a:ext cx="2791460" cy="52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6890">
              <a:lnSpc>
                <a:spcPts val="2335"/>
              </a:lnSpc>
              <a:spcBef>
                <a:spcPts val="100"/>
              </a:spcBef>
            </a:pPr>
            <a:r>
              <a:rPr dirty="0" sz="1950" spc="-40" b="1">
                <a:solidFill>
                  <a:srgbClr val="FFFFFF"/>
                </a:solidFill>
                <a:latin typeface="Tahoma"/>
                <a:cs typeface="Tahoma"/>
              </a:rPr>
              <a:t>Shaik</a:t>
            </a:r>
            <a:r>
              <a:rPr dirty="0" sz="1950" spc="-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b="1">
                <a:solidFill>
                  <a:srgbClr val="FFFFFF"/>
                </a:solidFill>
                <a:latin typeface="Tahoma"/>
                <a:cs typeface="Tahoma"/>
              </a:rPr>
              <a:t>Asad</a:t>
            </a:r>
            <a:r>
              <a:rPr dirty="0" sz="1950" spc="-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20" b="1">
                <a:solidFill>
                  <a:srgbClr val="FFFFFF"/>
                </a:solidFill>
                <a:latin typeface="Tahoma"/>
                <a:cs typeface="Tahoma"/>
              </a:rPr>
              <a:t>Ahmed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ts val="1614"/>
              </a:lnSpc>
            </a:pPr>
            <a:r>
              <a:rPr dirty="0" sz="1350" spc="45">
                <a:solidFill>
                  <a:srgbClr val="99A6C3"/>
                </a:solidFill>
                <a:latin typeface="Tahoma"/>
                <a:cs typeface="Tahoma"/>
              </a:rPr>
              <a:t>github.com/shaikasadahmed2k23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4100" y="9464675"/>
            <a:ext cx="1350264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Disclosure: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built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with</a:t>
            </a:r>
            <a:r>
              <a:rPr dirty="0" sz="125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Claude</a:t>
            </a:r>
            <a:r>
              <a:rPr dirty="0" sz="1250" spc="4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646B7D"/>
                </a:solidFill>
                <a:latin typeface="Tahoma"/>
                <a:cs typeface="Tahoma"/>
              </a:rPr>
              <a:t>Code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100">
                <a:solidFill>
                  <a:srgbClr val="646B7D"/>
                </a:solidFill>
                <a:latin typeface="Tahoma"/>
                <a:cs typeface="Tahoma"/>
              </a:rPr>
              <a:t>as</a:t>
            </a:r>
            <a:r>
              <a:rPr dirty="0" sz="1250" spc="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646B7D"/>
                </a:solidFill>
                <a:latin typeface="Tahoma"/>
                <a:cs typeface="Tahoma"/>
              </a:rPr>
              <a:t>a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 coding</a:t>
            </a:r>
            <a:r>
              <a:rPr dirty="0" sz="125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assistant;</a:t>
            </a:r>
            <a:r>
              <a:rPr dirty="0" sz="1250" spc="2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the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workflow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646B7D"/>
                </a:solidFill>
                <a:latin typeface="Tahoma"/>
                <a:cs typeface="Tahoma"/>
              </a:rPr>
              <a:t>and</a:t>
            </a:r>
            <a:r>
              <a:rPr dirty="0" sz="125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646B7D"/>
                </a:solidFill>
                <a:latin typeface="Tahoma"/>
                <a:cs typeface="Tahoma"/>
              </a:rPr>
              <a:t>self-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improvement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design</a:t>
            </a:r>
            <a:r>
              <a:rPr dirty="0" sz="1250" spc="3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are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646B7D"/>
                </a:solidFill>
                <a:latin typeface="Tahoma"/>
                <a:cs typeface="Tahoma"/>
              </a:rPr>
              <a:t>my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own.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646B7D"/>
                </a:solidFill>
                <a:latin typeface="Tahoma"/>
                <a:cs typeface="Tahoma"/>
              </a:rPr>
              <a:t>All</a:t>
            </a:r>
            <a:r>
              <a:rPr dirty="0" sz="1250" spc="2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646B7D"/>
                </a:solidFill>
                <a:latin typeface="Tahoma"/>
                <a:cs typeface="Tahoma"/>
              </a:rPr>
              <a:t>APIs</a:t>
            </a:r>
            <a:r>
              <a:rPr dirty="0" sz="1250" spc="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646B7D"/>
                </a:solidFill>
                <a:latin typeface="Tahoma"/>
                <a:cs typeface="Tahoma"/>
              </a:rPr>
              <a:t>used</a:t>
            </a:r>
            <a:r>
              <a:rPr dirty="0" sz="1250" spc="-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646B7D"/>
                </a:solidFill>
                <a:latin typeface="Tahoma"/>
                <a:cs typeface="Tahoma"/>
              </a:rPr>
              <a:t>on</a:t>
            </a:r>
            <a:r>
              <a:rPr dirty="0" sz="1250" spc="3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free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tiers</a:t>
            </a:r>
            <a:r>
              <a:rPr dirty="0" sz="1250" spc="35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(Groq,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646B7D"/>
                </a:solidFill>
                <a:latin typeface="Tahoma"/>
                <a:cs typeface="Tahoma"/>
              </a:rPr>
              <a:t>Gemini,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Tavily,</a:t>
            </a:r>
            <a:r>
              <a:rPr dirty="0" sz="1250" spc="4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646B7D"/>
                </a:solidFill>
                <a:latin typeface="Tahoma"/>
                <a:cs typeface="Tahoma"/>
              </a:rPr>
              <a:t>NVIDIA</a:t>
            </a:r>
            <a:r>
              <a:rPr dirty="0" sz="1250" spc="50">
                <a:solidFill>
                  <a:srgbClr val="646B7D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646B7D"/>
                </a:solidFill>
                <a:latin typeface="Tahoma"/>
                <a:cs typeface="Tahoma"/>
              </a:rPr>
              <a:t>NIM).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Self-Improving Research Agent</dc:title>
  <dcterms:created xsi:type="dcterms:W3CDTF">2026-09-26T12:30:59Z</dcterms:created>
  <dcterms:modified xsi:type="dcterms:W3CDTF">2026-09-26T12:30:59Z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Creator">
    <vt:lpwstr>Chromium</vt:lpwstr>
  </property>
  <property fmtid="{D5CDD505-2E9C-101B-9397-08002B2CF9AE}" pid="5" name="LastSaved">
    <vt:filetime>2026-09-26T00:00:00Z</vt:filetime>
  </property>
  <property fmtid="{D5CDD505-2E9C-101B-9397-08002B2CF9AE}" pid="6" name="Producer">
    <vt:lpwstr>Skia/PDF m141</vt:lpwstr>
  </property>
</Properties>
</file>